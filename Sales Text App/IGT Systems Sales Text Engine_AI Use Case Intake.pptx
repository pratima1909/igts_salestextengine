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2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C6ADE-6B3B-45C3-A52E-7D0D14EEA82D}" v="19" dt="2026-08-12T08:55:17.42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udhuri, Pratima" userId="107c5957-5a48-42c6-a9be-971e936946cc" providerId="ADAL" clId="{994E49FF-9AB5-464C-8D1B-49EE2DD84733}"/>
    <pc:docChg chg="custSel modSld">
      <pc:chgData name="Chaudhuri, Pratima" userId="107c5957-5a48-42c6-a9be-971e936946cc" providerId="ADAL" clId="{994E49FF-9AB5-464C-8D1B-49EE2DD84733}" dt="2026-08-12T09:20:31.336" v="1222" actId="20577"/>
      <pc:docMkLst>
        <pc:docMk/>
      </pc:docMkLst>
      <pc:sldChg chg="modSp mod">
        <pc:chgData name="Chaudhuri, Pratima" userId="107c5957-5a48-42c6-a9be-971e936946cc" providerId="ADAL" clId="{994E49FF-9AB5-464C-8D1B-49EE2DD84733}" dt="2026-08-12T09:20:31.336" v="1222" actId="20577"/>
        <pc:sldMkLst>
          <pc:docMk/>
          <pc:sldMk cId="3727205770" sldId="256"/>
        </pc:sldMkLst>
        <pc:spChg chg="mod">
          <ac:chgData name="Chaudhuri, Pratima" userId="107c5957-5a48-42c6-a9be-971e936946cc" providerId="ADAL" clId="{994E49FF-9AB5-464C-8D1B-49EE2DD84733}" dt="2026-08-12T08:37:33.037" v="718" actId="1036"/>
          <ac:spMkLst>
            <pc:docMk/>
            <pc:sldMk cId="3727205770" sldId="256"/>
            <ac:spMk id="4" creationId="{56058E03-BFBA-4E3D-D491-9C16951854B3}"/>
          </ac:spMkLst>
        </pc:spChg>
        <pc:spChg chg="mod">
          <ac:chgData name="Chaudhuri, Pratima" userId="107c5957-5a48-42c6-a9be-971e936946cc" providerId="ADAL" clId="{994E49FF-9AB5-464C-8D1B-49EE2DD84733}" dt="2026-08-10T11:56:27.525" v="273" actId="20577"/>
          <ac:spMkLst>
            <pc:docMk/>
            <pc:sldMk cId="3727205770" sldId="256"/>
            <ac:spMk id="40" creationId="{DD1D29CD-F39D-6A5C-2957-599CBDE728A5}"/>
          </ac:spMkLst>
        </pc:spChg>
        <pc:graphicFrameChg chg="modGraphic">
          <ac:chgData name="Chaudhuri, Pratima" userId="107c5957-5a48-42c6-a9be-971e936946cc" providerId="ADAL" clId="{994E49FF-9AB5-464C-8D1B-49EE2DD84733}" dt="2026-08-10T11:16:03.623" v="66" actId="20577"/>
          <ac:graphicFrameMkLst>
            <pc:docMk/>
            <pc:sldMk cId="3727205770" sldId="256"/>
            <ac:graphicFrameMk id="54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8:51:24.301" v="1014" actId="20577"/>
          <ac:graphicFrameMkLst>
            <pc:docMk/>
            <pc:sldMk cId="3727205770" sldId="256"/>
            <ac:graphicFrameMk id="55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9:15:59.323" v="1090" actId="1076"/>
          <ac:graphicFrameMkLst>
            <pc:docMk/>
            <pc:sldMk cId="3727205770" sldId="256"/>
            <ac:graphicFrameMk id="56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8:40:30.455" v="866" actId="20577"/>
          <ac:graphicFrameMkLst>
            <pc:docMk/>
            <pc:sldMk cId="3727205770" sldId="256"/>
            <ac:graphicFrameMk id="57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8:48:33.789" v="982" actId="14100"/>
          <ac:graphicFrameMkLst>
            <pc:docMk/>
            <pc:sldMk cId="3727205770" sldId="256"/>
            <ac:graphicFrameMk id="58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8:52:21.290" v="1016" actId="20577"/>
          <ac:graphicFrameMkLst>
            <pc:docMk/>
            <pc:sldMk cId="3727205770" sldId="256"/>
            <ac:graphicFrameMk id="59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9:16:02.287" v="1091" actId="1076"/>
          <ac:graphicFrameMkLst>
            <pc:docMk/>
            <pc:sldMk cId="3727205770" sldId="256"/>
            <ac:graphicFrameMk id="60" creationId="{00000000-0000-0000-0000-000000000000}"/>
          </ac:graphicFrameMkLst>
        </pc:graphicFrameChg>
        <pc:graphicFrameChg chg="mod modGraphic">
          <ac:chgData name="Chaudhuri, Pratima" userId="107c5957-5a48-42c6-a9be-971e936946cc" providerId="ADAL" clId="{994E49FF-9AB5-464C-8D1B-49EE2DD84733}" dt="2026-08-12T09:20:31.336" v="1222" actId="20577"/>
          <ac:graphicFrameMkLst>
            <pc:docMk/>
            <pc:sldMk cId="3727205770" sldId="256"/>
            <ac:graphicFrameMk id="61" creationId="{00000000-0000-0000-0000-000000000000}"/>
          </ac:graphicFrameMkLst>
        </pc:graphicFrameChg>
        <pc:graphicFrameChg chg="mod">
          <ac:chgData name="Chaudhuri, Pratima" userId="107c5957-5a48-42c6-a9be-971e936946cc" providerId="ADAL" clId="{994E49FF-9AB5-464C-8D1B-49EE2DD84733}" dt="2026-08-12T09:16:21.043" v="1093" actId="1076"/>
          <ac:graphicFrameMkLst>
            <pc:docMk/>
            <pc:sldMk cId="3727205770" sldId="256"/>
            <ac:graphicFrameMk id="6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Use Case Template V1.1_CatalogManagement.pptx (structure, owners, scoring rubric).</a:t>
            </a:r>
          </a:p>
          <a:p>
            <a:r>
              <a:t>- User direction: insourced use; Windchill; Philips Product Library; quoting tools.</a:t>
            </a:r>
          </a:p>
          <a:p>
            <a:r>
              <a:t>- Local IGT Systems Sales Text Engine project: 3,778 embedded catalogue items; local search; guided short/long draft creation; no external AI/API.</a:t>
            </a:r>
          </a:p>
          <a:p>
            <a:r>
              <a:t>[/Sources]</a:t>
            </a:r>
          </a:p>
          <a:p>
            <a:endParaRPr/>
          </a:p>
          <a:p>
            <a:r>
              <a:t>Validation needed before approval: source-system access and ownership, user count, baseline cycle time, KPI targets, portfolio reuse check, production hosting/security, and write-back governance.</a:t>
            </a:r>
          </a:p>
          <a:p>
            <a:r>
              <a:t>Recommended next step: confirm data owners and access, run a controlled pilot, measure baseline/target KPIs, then decide production integration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Use Case Template V1.1_CatalogManagement.pptx (impact and effort scoring definitions).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24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25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</a:p>
          <a:p>
            <a:pPr lvl="1">
              <a:buNone/>
            </a:pPr>
            <a:r>
              <a:t>List item</a:t>
            </a:r>
          </a:p>
          <a:p>
            <a:pPr lvl="2">
              <a:buNone/>
            </a:pPr>
            <a:r>
              <a:t>List item</a:t>
            </a:r>
          </a:p>
          <a:p>
            <a:pPr lvl="3">
              <a:buNone/>
            </a:pPr>
            <a:r>
              <a:t>List item</a:t>
            </a:r>
          </a:p>
          <a:p>
            <a:pPr lvl="4">
              <a:buNone/>
            </a:pPr>
            <a:r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BDF0FF"/>
                </a:solidFill>
              </a:defRPr>
            </a:lvl1pPr>
          </a:lstStyle>
          <a:p>
            <a:r>
              <a:t>Type your headline here </a:t>
            </a:r>
            <a:br/>
            <a:r>
              <a:t>(ex: Agenda)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Philips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pic>
        <p:nvPicPr>
          <p:cNvPr id="17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White divider, </a:t>
            </a:r>
            <a:br/>
            <a:r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Dark blue divider, </a:t>
            </a:r>
            <a:br/>
            <a:r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</a:t>
            </a:r>
            <a:br/>
            <a:r>
              <a:t>your image if your subject appears off-center</a:t>
            </a:r>
          </a:p>
        </p:txBody>
      </p:sp>
      <p:pic>
        <p:nvPicPr>
          <p:cNvPr id="15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Philips blue 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buNone/>
              <a:defRPr sz="3600">
                <a:solidFill>
                  <a:srgbClr val="00126E"/>
                </a:solidFill>
              </a:defRPr>
            </a:lvl1pPr>
          </a:lstStyle>
          <a:p>
            <a:r>
              <a:t>White 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buNone/>
              <a:defRPr sz="3600">
                <a:solidFill>
                  <a:srgbClr val="00126E"/>
                </a:solidFill>
              </a:defRPr>
            </a:lvl1pPr>
          </a:lstStyle>
          <a:p>
            <a:r>
              <a:t>Light blue divider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Dark blue divider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pic>
        <p:nvPicPr>
          <p:cNvPr id="15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/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 here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/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pPr marL="0" lvl="0" indent="0" algn="ctr">
              <a:buNone/>
            </a:pPr>
            <a:br/>
            <a:br/>
            <a:br/>
            <a:br/>
            <a:br/>
            <a:br/>
            <a:r>
              <a:t>Click icon to insert your photo OR </a:t>
            </a:r>
            <a:br/>
            <a:r>
              <a:t>select one from PAL through Templafy </a:t>
            </a:r>
            <a:br/>
            <a:br/>
            <a:br/>
            <a:br/>
            <a:br/>
            <a:r>
              <a:t>Then, use “Crop” to recenter and resize </a:t>
            </a:r>
            <a:br/>
            <a:r>
              <a:t>your image if your subject appears off-center</a:t>
            </a:r>
            <a:br/>
            <a:br/>
            <a:br/>
            <a:br/>
            <a:br/>
            <a:br/>
            <a:r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pic>
        <p:nvPicPr>
          <p:cNvPr id="10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>
            <a:spLocks noGrp="1"/>
          </p:cNvSpPr>
          <p:nvPr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sz="9600" b="0" i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>
            <a:spLocks noGrp="1"/>
          </p:cNvSpPr>
          <p:nvPr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sz="9600" b="0" i="0">
                <a:solidFill>
                  <a:srgbClr val="0B5ED7"/>
                </a:solidFill>
                <a:latin typeface="+mj-lt"/>
                <a:ea typeface="+mj-lt"/>
                <a:cs typeface="+mj-lt"/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52741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195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1169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26076"/>
            <a:ext cx="6169658" cy="109728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8FA1B3DF-B7F7-A6FC-D2DA-37DFA813DC5D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607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99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91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340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5D13E381-82CC-C9E1-035C-82858900B615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FF834536-5D62-6E74-BF5A-1FF0B9592C5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7536EE68-DBDC-3BAA-878D-9EE447BFBAB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F568C8-1BD7-E7B3-38E2-5B7ED0EA4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8132765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49C77E-35AD-3CFF-778D-2778583A3DA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DC6205-A83D-C56E-95E7-87AD3BD94FD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98348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8B6A192-560C-26DF-0654-5406C61E06FE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3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40221-5DA6-10A4-CE38-F9D1C18EE09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 w="254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chemeClr val="bg1"/>
              </a:solidFill>
            </a:endParaRPr>
          </a:p>
        </p:txBody>
      </p:sp>
      <p:pic>
        <p:nvPicPr>
          <p:cNvPr id="20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DDA9136-D3F9-F711-4B85-494AA9FC0C73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5CE4425-35A1-314D-C48B-0DFD71FE9517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2D7C9E-6318-F070-BCE4-366530922D6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Tx/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38994D7-FF6E-89BB-7971-44B59E54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3657281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2DE5B8F3-CE57-07D8-37DB-2E155FA0A4F3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Philips blue divider, </a:t>
            </a:r>
            <a:br/>
            <a:r>
              <a:t>half photo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3CF0764-DFB5-2754-87CE-F77CA3FFD3CD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60C7FB-B180-5117-2B14-5A6E759E66AC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CC558-3F63-D067-60A8-9C372770394E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White divider, </a:t>
            </a:r>
            <a:br/>
            <a:r>
              <a:t>half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60DB3D-7BF0-14A1-B8F5-D344164BBEB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EEF85-22C8-02AB-F7C4-D3F7156CA57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29D1A3-83DA-8590-DBA0-18A90F22E7FA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Dark blue divider, </a:t>
            </a:r>
            <a:br/>
            <a:r>
              <a:t>half photo</a:t>
            </a:r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58D52DC9-CECD-E119-65AB-88BD5ED5C2DD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CE73CA-8B06-B187-2902-ACEEB8635450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E49EA-D788-2D1C-DE2B-0028D74CD9E4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blue divider, </a:t>
            </a:r>
            <a:br/>
            <a:r>
              <a:t>half photo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CA470A-EDFC-4267-5BD2-6E9CA92A0EAF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coral (with image)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coral divider, </a:t>
            </a:r>
            <a:br/>
            <a:r>
              <a:t>half photo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03C8DA-7DAA-6B46-DF91-43499FB65FC4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F4B2C2-825D-08DB-6EEA-E698EE6DDB3F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C43E1-3C41-8B31-8EB9-6D6F6848EA01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E2843C6-8DAB-3466-178F-F71F32616C8B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6ECCFF-A929-6A5B-CB9E-1BBF7BFB2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Philips blue divider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E797AE0A-F0AD-C61C-B8A0-BB31D3BB35AF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FD8FF5D-3680-130D-B55E-0BD741122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White divider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574A60-D183-D19F-88E6-EEE0C3D702F9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B99D331-9587-B883-7DF3-0B9D6E568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Dark blue divider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E7296B94-E425-EDA6-3EEF-41ED947C7365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143315D-23FD-5730-9D7C-25427B45A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Light blue divider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coral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612692-DD73-95A3-A271-007D4B4C1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Light coral divider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8C952-2371-12B5-E414-3D146114F64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5" y="1211263"/>
            <a:ext cx="8139929" cy="3484800"/>
          </a:xfrm>
        </p:spPr>
        <p:txBody>
          <a:bodyPr/>
          <a:lstStyle>
            <a:lvl1pPr defTabSz="182880">
              <a:buNone/>
              <a:defRPr/>
            </a:lvl1pPr>
            <a:lvl2pPr defTabSz="182880">
              <a:buNone/>
              <a:defRPr/>
            </a:lvl2pPr>
            <a:lvl3pPr defTabSz="182880">
              <a:buNone/>
              <a:defRPr/>
            </a:lvl3pPr>
            <a:lvl4pPr defTabSz="182880">
              <a:buNone/>
              <a:defRPr/>
            </a:lvl4pPr>
            <a:lvl5pPr defTabSz="182880"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6D2A847-E349-A206-A15A-1B2AEBB7ECF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5" y="1211263"/>
            <a:ext cx="3823605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17E8B37-EA5A-538C-28EF-37D2BDF6274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815819" y="1211263"/>
            <a:ext cx="3823605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6D2A847-E349-A206-A15A-1B2AEBB7ECF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6" y="1211263"/>
            <a:ext cx="2383451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17E8B37-EA5A-538C-28EF-37D2BDF6274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377487" y="1211263"/>
            <a:ext cx="2383451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450D946-063C-E6F2-C532-BF5205DA3DE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54138" y="1211263"/>
            <a:ext cx="2383451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51A93-47BF-3E4F-8F7A-57ED443F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0"/>
            <a:ext cx="2377440" cy="827999"/>
          </a:xfr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63CC75-E9EE-9F64-4EB9-B38BE004E4F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3254871" y="0"/>
            <a:ext cx="5889128" cy="5143500"/>
          </a:xfrm>
          <a:custGeom>
            <a:avLst/>
            <a:gdLst>
              <a:gd name="connsiteX0" fmla="*/ 5608154 w 5889128"/>
              <a:gd name="connsiteY0" fmla="*/ 4918488 h 5143500"/>
              <a:gd name="connsiteX1" fmla="*/ 5608161 w 5889128"/>
              <a:gd name="connsiteY1" fmla="*/ 4918496 h 5143500"/>
              <a:gd name="connsiteX2" fmla="*/ 5608154 w 5889128"/>
              <a:gd name="connsiteY2" fmla="*/ 4918507 h 5143500"/>
              <a:gd name="connsiteX3" fmla="*/ 5503289 w 5889128"/>
              <a:gd name="connsiteY3" fmla="*/ 4908488 h 5143500"/>
              <a:gd name="connsiteX4" fmla="*/ 5528554 w 5889128"/>
              <a:gd name="connsiteY4" fmla="*/ 4930911 h 5143500"/>
              <a:gd name="connsiteX5" fmla="*/ 5503289 w 5889128"/>
              <a:gd name="connsiteY5" fmla="*/ 4955720 h 5143500"/>
              <a:gd name="connsiteX6" fmla="*/ 5497566 w 5889128"/>
              <a:gd name="connsiteY6" fmla="*/ 4955720 h 5143500"/>
              <a:gd name="connsiteX7" fmla="*/ 5497566 w 5889128"/>
              <a:gd name="connsiteY7" fmla="*/ 4908607 h 5143500"/>
              <a:gd name="connsiteX8" fmla="*/ 5503289 w 5889128"/>
              <a:gd name="connsiteY8" fmla="*/ 4908488 h 5143500"/>
              <a:gd name="connsiteX9" fmla="*/ 5055698 w 5889128"/>
              <a:gd name="connsiteY9" fmla="*/ 4908488 h 5143500"/>
              <a:gd name="connsiteX10" fmla="*/ 5080964 w 5889128"/>
              <a:gd name="connsiteY10" fmla="*/ 4930911 h 5143500"/>
              <a:gd name="connsiteX11" fmla="*/ 5055698 w 5889128"/>
              <a:gd name="connsiteY11" fmla="*/ 4955720 h 5143500"/>
              <a:gd name="connsiteX12" fmla="*/ 5049976 w 5889128"/>
              <a:gd name="connsiteY12" fmla="*/ 4955720 h 5143500"/>
              <a:gd name="connsiteX13" fmla="*/ 5049976 w 5889128"/>
              <a:gd name="connsiteY13" fmla="*/ 4908607 h 5143500"/>
              <a:gd name="connsiteX14" fmla="*/ 5055698 w 5889128"/>
              <a:gd name="connsiteY14" fmla="*/ 4908488 h 5143500"/>
              <a:gd name="connsiteX15" fmla="*/ 5401759 w 5889128"/>
              <a:gd name="connsiteY15" fmla="*/ 4889411 h 5143500"/>
              <a:gd name="connsiteX16" fmla="*/ 5401759 w 5889128"/>
              <a:gd name="connsiteY16" fmla="*/ 5003417 h 5143500"/>
              <a:gd name="connsiteX17" fmla="*/ 5436559 w 5889128"/>
              <a:gd name="connsiteY17" fmla="*/ 5003417 h 5143500"/>
              <a:gd name="connsiteX18" fmla="*/ 5436559 w 5889128"/>
              <a:gd name="connsiteY18" fmla="*/ 4889411 h 5143500"/>
              <a:gd name="connsiteX19" fmla="*/ 5321199 w 5889128"/>
              <a:gd name="connsiteY19" fmla="*/ 4889411 h 5143500"/>
              <a:gd name="connsiteX20" fmla="*/ 5321199 w 5889128"/>
              <a:gd name="connsiteY20" fmla="*/ 5003417 h 5143500"/>
              <a:gd name="connsiteX21" fmla="*/ 5384117 w 5889128"/>
              <a:gd name="connsiteY21" fmla="*/ 5003417 h 5143500"/>
              <a:gd name="connsiteX22" fmla="*/ 5389364 w 5889128"/>
              <a:gd name="connsiteY22" fmla="*/ 4980519 h 5143500"/>
              <a:gd name="connsiteX23" fmla="*/ 5355999 w 5889128"/>
              <a:gd name="connsiteY23" fmla="*/ 4980519 h 5143500"/>
              <a:gd name="connsiteX24" fmla="*/ 5355999 w 5889128"/>
              <a:gd name="connsiteY24" fmla="*/ 4889411 h 5143500"/>
              <a:gd name="connsiteX25" fmla="*/ 5260667 w 5889128"/>
              <a:gd name="connsiteY25" fmla="*/ 4889411 h 5143500"/>
              <a:gd name="connsiteX26" fmla="*/ 5260667 w 5889128"/>
              <a:gd name="connsiteY26" fmla="*/ 5003417 h 5143500"/>
              <a:gd name="connsiteX27" fmla="*/ 5295467 w 5889128"/>
              <a:gd name="connsiteY27" fmla="*/ 5003417 h 5143500"/>
              <a:gd name="connsiteX28" fmla="*/ 5295467 w 5889128"/>
              <a:gd name="connsiteY28" fmla="*/ 4889411 h 5143500"/>
              <a:gd name="connsiteX29" fmla="*/ 5129101 w 5889128"/>
              <a:gd name="connsiteY29" fmla="*/ 4889411 h 5143500"/>
              <a:gd name="connsiteX30" fmla="*/ 5129101 w 5889128"/>
              <a:gd name="connsiteY30" fmla="*/ 5003417 h 5143500"/>
              <a:gd name="connsiteX31" fmla="*/ 5163900 w 5889128"/>
              <a:gd name="connsiteY31" fmla="*/ 5003417 h 5143500"/>
              <a:gd name="connsiteX32" fmla="*/ 5163900 w 5889128"/>
              <a:gd name="connsiteY32" fmla="*/ 4958581 h 5143500"/>
              <a:gd name="connsiteX33" fmla="*/ 5200126 w 5889128"/>
              <a:gd name="connsiteY33" fmla="*/ 4958581 h 5143500"/>
              <a:gd name="connsiteX34" fmla="*/ 5200126 w 5889128"/>
              <a:gd name="connsiteY34" fmla="*/ 5003417 h 5143500"/>
              <a:gd name="connsiteX35" fmla="*/ 5234926 w 5889128"/>
              <a:gd name="connsiteY35" fmla="*/ 5003417 h 5143500"/>
              <a:gd name="connsiteX36" fmla="*/ 5234926 w 5889128"/>
              <a:gd name="connsiteY36" fmla="*/ 4889411 h 5143500"/>
              <a:gd name="connsiteX37" fmla="*/ 5200126 w 5889128"/>
              <a:gd name="connsiteY37" fmla="*/ 4889411 h 5143500"/>
              <a:gd name="connsiteX38" fmla="*/ 5200126 w 5889128"/>
              <a:gd name="connsiteY38" fmla="*/ 4934732 h 5143500"/>
              <a:gd name="connsiteX39" fmla="*/ 5163900 w 5889128"/>
              <a:gd name="connsiteY39" fmla="*/ 4934732 h 5143500"/>
              <a:gd name="connsiteX40" fmla="*/ 5163900 w 5889128"/>
              <a:gd name="connsiteY40" fmla="*/ 4889411 h 5143500"/>
              <a:gd name="connsiteX41" fmla="*/ 5505190 w 5889128"/>
              <a:gd name="connsiteY41" fmla="*/ 4887025 h 5143500"/>
              <a:gd name="connsiteX42" fmla="*/ 5462766 w 5889128"/>
              <a:gd name="connsiteY42" fmla="*/ 4889411 h 5143500"/>
              <a:gd name="connsiteX43" fmla="*/ 5462766 w 5889128"/>
              <a:gd name="connsiteY43" fmla="*/ 5003417 h 5143500"/>
              <a:gd name="connsiteX44" fmla="*/ 5497566 w 5889128"/>
              <a:gd name="connsiteY44" fmla="*/ 5003417 h 5143500"/>
              <a:gd name="connsiteX45" fmla="*/ 5497566 w 5889128"/>
              <a:gd name="connsiteY45" fmla="*/ 4976223 h 5143500"/>
              <a:gd name="connsiteX46" fmla="*/ 5509962 w 5889128"/>
              <a:gd name="connsiteY46" fmla="*/ 4976223 h 5143500"/>
              <a:gd name="connsiteX47" fmla="*/ 5509962 w 5889128"/>
              <a:gd name="connsiteY47" fmla="*/ 4976232 h 5143500"/>
              <a:gd name="connsiteX48" fmla="*/ 5562870 w 5889128"/>
              <a:gd name="connsiteY48" fmla="*/ 4930436 h 5143500"/>
              <a:gd name="connsiteX49" fmla="*/ 5505190 w 5889128"/>
              <a:gd name="connsiteY49" fmla="*/ 4887025 h 5143500"/>
              <a:gd name="connsiteX50" fmla="*/ 5057609 w 5889128"/>
              <a:gd name="connsiteY50" fmla="*/ 4887025 h 5143500"/>
              <a:gd name="connsiteX51" fmla="*/ 5015185 w 5889128"/>
              <a:gd name="connsiteY51" fmla="*/ 4889411 h 5143500"/>
              <a:gd name="connsiteX52" fmla="*/ 5015185 w 5889128"/>
              <a:gd name="connsiteY52" fmla="*/ 5003417 h 5143500"/>
              <a:gd name="connsiteX53" fmla="*/ 5049985 w 5889128"/>
              <a:gd name="connsiteY53" fmla="*/ 5003417 h 5143500"/>
              <a:gd name="connsiteX54" fmla="*/ 5049985 w 5889128"/>
              <a:gd name="connsiteY54" fmla="*/ 4976223 h 5143500"/>
              <a:gd name="connsiteX55" fmla="*/ 5062380 w 5889128"/>
              <a:gd name="connsiteY55" fmla="*/ 4976223 h 5143500"/>
              <a:gd name="connsiteX56" fmla="*/ 5062371 w 5889128"/>
              <a:gd name="connsiteY56" fmla="*/ 4976232 h 5143500"/>
              <a:gd name="connsiteX57" fmla="*/ 5115279 w 5889128"/>
              <a:gd name="connsiteY57" fmla="*/ 4930436 h 5143500"/>
              <a:gd name="connsiteX58" fmla="*/ 5057609 w 5889128"/>
              <a:gd name="connsiteY58" fmla="*/ 4887025 h 5143500"/>
              <a:gd name="connsiteX59" fmla="*/ 5620541 w 5889128"/>
              <a:gd name="connsiteY59" fmla="*/ 4887016 h 5143500"/>
              <a:gd name="connsiteX60" fmla="*/ 5573355 w 5889128"/>
              <a:gd name="connsiteY60" fmla="*/ 4921359 h 5143500"/>
              <a:gd name="connsiteX61" fmla="*/ 5627698 w 5889128"/>
              <a:gd name="connsiteY61" fmla="*/ 4971927 h 5143500"/>
              <a:gd name="connsiteX62" fmla="*/ 5609590 w 5889128"/>
              <a:gd name="connsiteY62" fmla="*/ 4982896 h 5143500"/>
              <a:gd name="connsiteX63" fmla="*/ 5570027 w 5889128"/>
              <a:gd name="connsiteY63" fmla="*/ 4973828 h 5143500"/>
              <a:gd name="connsiteX64" fmla="*/ 5573839 w 5889128"/>
              <a:gd name="connsiteY64" fmla="*/ 5000063 h 5143500"/>
              <a:gd name="connsiteX65" fmla="*/ 5610065 w 5889128"/>
              <a:gd name="connsiteY65" fmla="*/ 5005785 h 5143500"/>
              <a:gd name="connsiteX66" fmla="*/ 5662973 w 5889128"/>
              <a:gd name="connsiteY66" fmla="*/ 4967621 h 5143500"/>
              <a:gd name="connsiteX67" fmla="*/ 5616720 w 5889128"/>
              <a:gd name="connsiteY67" fmla="*/ 4928446 h 5143500"/>
              <a:gd name="connsiteX68" fmla="*/ 5608161 w 5889128"/>
              <a:gd name="connsiteY68" fmla="*/ 4918496 h 5143500"/>
              <a:gd name="connsiteX69" fmla="*/ 5612504 w 5889128"/>
              <a:gd name="connsiteY69" fmla="*/ 4911649 h 5143500"/>
              <a:gd name="connsiteX70" fmla="*/ 5624362 w 5889128"/>
              <a:gd name="connsiteY70" fmla="*/ 4909439 h 5143500"/>
              <a:gd name="connsiteX71" fmla="*/ 5655340 w 5889128"/>
              <a:gd name="connsiteY71" fmla="*/ 4915161 h 5143500"/>
              <a:gd name="connsiteX72" fmla="*/ 5652479 w 5889128"/>
              <a:gd name="connsiteY72" fmla="*/ 4890352 h 5143500"/>
              <a:gd name="connsiteX73" fmla="*/ 5620541 w 5889128"/>
              <a:gd name="connsiteY73" fmla="*/ 4887016 h 5143500"/>
              <a:gd name="connsiteX74" fmla="*/ 0 w 5889128"/>
              <a:gd name="connsiteY74" fmla="*/ 0 h 5143500"/>
              <a:gd name="connsiteX75" fmla="*/ 5889128 w 5889128"/>
              <a:gd name="connsiteY75" fmla="*/ 0 h 5143500"/>
              <a:gd name="connsiteX76" fmla="*/ 5889128 w 5889128"/>
              <a:gd name="connsiteY76" fmla="*/ 5143500 h 5143500"/>
              <a:gd name="connsiteX77" fmla="*/ 0 w 5889128"/>
              <a:gd name="connsiteY77" fmla="*/ 5143500 h 5143500"/>
            </a:gdLst>
            <a:ahLst/>
            <a:cxnLst/>
            <a:rect l="l" t="t" r="r" b="b"/>
            <a:pathLst>
              <a:path w="5889128" h="5143500">
                <a:moveTo>
                  <a:pt x="5608154" y="4918488"/>
                </a:moveTo>
                <a:lnTo>
                  <a:pt x="5608161" y="4918496"/>
                </a:lnTo>
                <a:lnTo>
                  <a:pt x="5608154" y="4918507"/>
                </a:lnTo>
                <a:close/>
                <a:moveTo>
                  <a:pt x="5503289" y="4908488"/>
                </a:moveTo>
                <a:cubicBezTo>
                  <a:pt x="5520446" y="4908488"/>
                  <a:pt x="5528554" y="4916596"/>
                  <a:pt x="5528554" y="4930911"/>
                </a:cubicBezTo>
                <a:cubicBezTo>
                  <a:pt x="5528554" y="4945701"/>
                  <a:pt x="5521406" y="4955720"/>
                  <a:pt x="5503289" y="4955720"/>
                </a:cubicBezTo>
                <a:lnTo>
                  <a:pt x="5497566" y="4955720"/>
                </a:lnTo>
                <a:lnTo>
                  <a:pt x="5497566" y="4908607"/>
                </a:lnTo>
                <a:cubicBezTo>
                  <a:pt x="5499586" y="4908488"/>
                  <a:pt x="5501497" y="4908488"/>
                  <a:pt x="5503289" y="4908488"/>
                </a:cubicBezTo>
                <a:close/>
                <a:moveTo>
                  <a:pt x="5055698" y="4908488"/>
                </a:moveTo>
                <a:cubicBezTo>
                  <a:pt x="5072856" y="4908488"/>
                  <a:pt x="5080964" y="4916596"/>
                  <a:pt x="5080964" y="4930911"/>
                </a:cubicBezTo>
                <a:cubicBezTo>
                  <a:pt x="5080964" y="4945701"/>
                  <a:pt x="5073816" y="4955720"/>
                  <a:pt x="5055698" y="4955720"/>
                </a:cubicBezTo>
                <a:lnTo>
                  <a:pt x="5049976" y="4955720"/>
                </a:lnTo>
                <a:lnTo>
                  <a:pt x="5049976" y="4908607"/>
                </a:lnTo>
                <a:cubicBezTo>
                  <a:pt x="5052005" y="4908488"/>
                  <a:pt x="5053906" y="4908488"/>
                  <a:pt x="5055698" y="4908488"/>
                </a:cubicBezTo>
                <a:close/>
                <a:moveTo>
                  <a:pt x="5401759" y="4889411"/>
                </a:moveTo>
                <a:lnTo>
                  <a:pt x="5401759" y="5003417"/>
                </a:lnTo>
                <a:lnTo>
                  <a:pt x="5436559" y="5003417"/>
                </a:lnTo>
                <a:lnTo>
                  <a:pt x="5436559" y="4889411"/>
                </a:lnTo>
                <a:close/>
                <a:moveTo>
                  <a:pt x="5321199" y="4889411"/>
                </a:moveTo>
                <a:lnTo>
                  <a:pt x="5321199" y="5003417"/>
                </a:lnTo>
                <a:lnTo>
                  <a:pt x="5384117" y="5003417"/>
                </a:lnTo>
                <a:lnTo>
                  <a:pt x="5389364" y="4980519"/>
                </a:lnTo>
                <a:lnTo>
                  <a:pt x="5355999" y="4980519"/>
                </a:lnTo>
                <a:lnTo>
                  <a:pt x="5355999" y="4889411"/>
                </a:lnTo>
                <a:close/>
                <a:moveTo>
                  <a:pt x="5260667" y="4889411"/>
                </a:moveTo>
                <a:lnTo>
                  <a:pt x="5260667" y="5003417"/>
                </a:lnTo>
                <a:lnTo>
                  <a:pt x="5295467" y="5003417"/>
                </a:lnTo>
                <a:lnTo>
                  <a:pt x="5295467" y="4889411"/>
                </a:lnTo>
                <a:close/>
                <a:moveTo>
                  <a:pt x="5129101" y="4889411"/>
                </a:moveTo>
                <a:lnTo>
                  <a:pt x="5129101" y="5003417"/>
                </a:lnTo>
                <a:lnTo>
                  <a:pt x="5163900" y="5003417"/>
                </a:lnTo>
                <a:lnTo>
                  <a:pt x="5163900" y="4958581"/>
                </a:lnTo>
                <a:lnTo>
                  <a:pt x="5200126" y="4958581"/>
                </a:lnTo>
                <a:lnTo>
                  <a:pt x="5200126" y="5003417"/>
                </a:lnTo>
                <a:lnTo>
                  <a:pt x="5234926" y="5003417"/>
                </a:lnTo>
                <a:lnTo>
                  <a:pt x="5234926" y="4889411"/>
                </a:lnTo>
                <a:lnTo>
                  <a:pt x="5200126" y="4889411"/>
                </a:lnTo>
                <a:lnTo>
                  <a:pt x="5200126" y="4934732"/>
                </a:lnTo>
                <a:lnTo>
                  <a:pt x="5163900" y="4934732"/>
                </a:lnTo>
                <a:lnTo>
                  <a:pt x="5163900" y="4889411"/>
                </a:lnTo>
                <a:close/>
                <a:moveTo>
                  <a:pt x="5505190" y="4887025"/>
                </a:moveTo>
                <a:cubicBezTo>
                  <a:pt x="5491369" y="4887025"/>
                  <a:pt x="5474686" y="4887976"/>
                  <a:pt x="5462766" y="4889411"/>
                </a:cubicBezTo>
                <a:lnTo>
                  <a:pt x="5462766" y="5003417"/>
                </a:lnTo>
                <a:lnTo>
                  <a:pt x="5497566" y="5003417"/>
                </a:lnTo>
                <a:lnTo>
                  <a:pt x="5497566" y="4976223"/>
                </a:lnTo>
                <a:lnTo>
                  <a:pt x="5509962" y="4976223"/>
                </a:lnTo>
                <a:lnTo>
                  <a:pt x="5509962" y="4976232"/>
                </a:lnTo>
                <a:cubicBezTo>
                  <a:pt x="5542376" y="4976232"/>
                  <a:pt x="5562870" y="4959541"/>
                  <a:pt x="5562870" y="4930436"/>
                </a:cubicBezTo>
                <a:cubicBezTo>
                  <a:pt x="5562870" y="4898479"/>
                  <a:pt x="5540940" y="4887025"/>
                  <a:pt x="5505190" y="4887025"/>
                </a:cubicBezTo>
                <a:close/>
                <a:moveTo>
                  <a:pt x="5057609" y="4887025"/>
                </a:moveTo>
                <a:cubicBezTo>
                  <a:pt x="5043787" y="4887025"/>
                  <a:pt x="5027105" y="4887976"/>
                  <a:pt x="5015185" y="4889411"/>
                </a:cubicBezTo>
                <a:lnTo>
                  <a:pt x="5015185" y="5003417"/>
                </a:lnTo>
                <a:lnTo>
                  <a:pt x="5049985" y="5003417"/>
                </a:lnTo>
                <a:lnTo>
                  <a:pt x="5049985" y="4976223"/>
                </a:lnTo>
                <a:lnTo>
                  <a:pt x="5062380" y="4976223"/>
                </a:lnTo>
                <a:lnTo>
                  <a:pt x="5062371" y="4976232"/>
                </a:lnTo>
                <a:cubicBezTo>
                  <a:pt x="5094785" y="4976232"/>
                  <a:pt x="5115279" y="4959541"/>
                  <a:pt x="5115279" y="4930436"/>
                </a:cubicBezTo>
                <a:cubicBezTo>
                  <a:pt x="5115288" y="4898470"/>
                  <a:pt x="5093359" y="4887025"/>
                  <a:pt x="5057609" y="4887025"/>
                </a:cubicBezTo>
                <a:close/>
                <a:moveTo>
                  <a:pt x="5620541" y="4887016"/>
                </a:moveTo>
                <a:cubicBezTo>
                  <a:pt x="5592414" y="4887016"/>
                  <a:pt x="5573355" y="4898104"/>
                  <a:pt x="5573355" y="4921359"/>
                </a:cubicBezTo>
                <a:cubicBezTo>
                  <a:pt x="5573355" y="4961433"/>
                  <a:pt x="5627698" y="4953325"/>
                  <a:pt x="5627698" y="4971927"/>
                </a:cubicBezTo>
                <a:cubicBezTo>
                  <a:pt x="5627698" y="4979084"/>
                  <a:pt x="5622451" y="4982896"/>
                  <a:pt x="5609590" y="4982896"/>
                </a:cubicBezTo>
                <a:cubicBezTo>
                  <a:pt x="5598145" y="4982896"/>
                  <a:pt x="5580512" y="4979084"/>
                  <a:pt x="5570027" y="4973828"/>
                </a:cubicBezTo>
                <a:lnTo>
                  <a:pt x="5573839" y="5000063"/>
                </a:lnTo>
                <a:cubicBezTo>
                  <a:pt x="5584324" y="5003884"/>
                  <a:pt x="5598630" y="5005785"/>
                  <a:pt x="5610065" y="5005785"/>
                </a:cubicBezTo>
                <a:cubicBezTo>
                  <a:pt x="5639143" y="5005785"/>
                  <a:pt x="5662973" y="4996242"/>
                  <a:pt x="5662973" y="4967621"/>
                </a:cubicBezTo>
                <a:cubicBezTo>
                  <a:pt x="5662973" y="4938999"/>
                  <a:pt x="5632137" y="4935869"/>
                  <a:pt x="5616720" y="4928446"/>
                </a:cubicBezTo>
                <a:lnTo>
                  <a:pt x="5608161" y="4918496"/>
                </a:lnTo>
                <a:lnTo>
                  <a:pt x="5612504" y="4911649"/>
                </a:lnTo>
                <a:cubicBezTo>
                  <a:pt x="5615305" y="4910157"/>
                  <a:pt x="5619357" y="4909439"/>
                  <a:pt x="5624362" y="4909439"/>
                </a:cubicBezTo>
                <a:cubicBezTo>
                  <a:pt x="5635322" y="4909439"/>
                  <a:pt x="5647242" y="4911825"/>
                  <a:pt x="5655340" y="4915161"/>
                </a:cubicBezTo>
                <a:lnTo>
                  <a:pt x="5652479" y="4890352"/>
                </a:lnTo>
                <a:cubicBezTo>
                  <a:pt x="5643421" y="4888442"/>
                  <a:pt x="5635322" y="4887016"/>
                  <a:pt x="5620541" y="4887016"/>
                </a:cubicBezTo>
                <a:close/>
                <a:moveTo>
                  <a:pt x="0" y="0"/>
                </a:moveTo>
                <a:lnTo>
                  <a:pt x="5889128" y="0"/>
                </a:lnTo>
                <a:lnTo>
                  <a:pt x="5889128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5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>Click icon to insert photo 966 x 843 px</a:t>
            </a:r>
            <a:endParaRPr sz="14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89BD445-68F6-BB3B-749F-59CF6D8F33C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6" y="1211263"/>
            <a:ext cx="2377440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63CC75-E9EE-9F64-4EB9-B38BE004E4F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0" y="0"/>
            <a:ext cx="5889128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5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>Click icon to insert photo 966 x 843 px</a:t>
            </a:r>
            <a:endParaRPr sz="14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9F51A93-47BF-3E4F-8F7A-57ED443F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0"/>
            <a:ext cx="2377440" cy="827999"/>
          </a:xfr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89BD445-68F6-BB3B-749F-59CF6D8F33C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58065" y="1211263"/>
            <a:ext cx="2377440" cy="3484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63654-036F-6829-E30C-B4D3CB5DDED8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0" y="0"/>
            <a:ext cx="9143999" cy="5143500"/>
          </a:xfrm>
          <a:custGeom>
            <a:avLst/>
            <a:gdLst>
              <a:gd name="connsiteX0" fmla="*/ 8863025 w 9143999"/>
              <a:gd name="connsiteY0" fmla="*/ 4918488 h 5143500"/>
              <a:gd name="connsiteX1" fmla="*/ 8863036 w 9143999"/>
              <a:gd name="connsiteY1" fmla="*/ 4918501 h 5143500"/>
              <a:gd name="connsiteX2" fmla="*/ 8863025 w 9143999"/>
              <a:gd name="connsiteY2" fmla="*/ 4918507 h 5143500"/>
              <a:gd name="connsiteX3" fmla="*/ 8758160 w 9143999"/>
              <a:gd name="connsiteY3" fmla="*/ 4908488 h 5143500"/>
              <a:gd name="connsiteX4" fmla="*/ 8783425 w 9143999"/>
              <a:gd name="connsiteY4" fmla="*/ 4930911 h 5143500"/>
              <a:gd name="connsiteX5" fmla="*/ 8758160 w 9143999"/>
              <a:gd name="connsiteY5" fmla="*/ 4955720 h 5143500"/>
              <a:gd name="connsiteX6" fmla="*/ 8752437 w 9143999"/>
              <a:gd name="connsiteY6" fmla="*/ 4955720 h 5143500"/>
              <a:gd name="connsiteX7" fmla="*/ 8752437 w 9143999"/>
              <a:gd name="connsiteY7" fmla="*/ 4908607 h 5143500"/>
              <a:gd name="connsiteX8" fmla="*/ 8758160 w 9143999"/>
              <a:gd name="connsiteY8" fmla="*/ 4908488 h 5143500"/>
              <a:gd name="connsiteX9" fmla="*/ 8310569 w 9143999"/>
              <a:gd name="connsiteY9" fmla="*/ 4908488 h 5143500"/>
              <a:gd name="connsiteX10" fmla="*/ 8335835 w 9143999"/>
              <a:gd name="connsiteY10" fmla="*/ 4930911 h 5143500"/>
              <a:gd name="connsiteX11" fmla="*/ 8310569 w 9143999"/>
              <a:gd name="connsiteY11" fmla="*/ 4955720 h 5143500"/>
              <a:gd name="connsiteX12" fmla="*/ 8304847 w 9143999"/>
              <a:gd name="connsiteY12" fmla="*/ 4955720 h 5143500"/>
              <a:gd name="connsiteX13" fmla="*/ 8304847 w 9143999"/>
              <a:gd name="connsiteY13" fmla="*/ 4908607 h 5143500"/>
              <a:gd name="connsiteX14" fmla="*/ 8310569 w 9143999"/>
              <a:gd name="connsiteY14" fmla="*/ 4908488 h 5143500"/>
              <a:gd name="connsiteX15" fmla="*/ 8656630 w 9143999"/>
              <a:gd name="connsiteY15" fmla="*/ 4889411 h 5143500"/>
              <a:gd name="connsiteX16" fmla="*/ 8656630 w 9143999"/>
              <a:gd name="connsiteY16" fmla="*/ 5003417 h 5143500"/>
              <a:gd name="connsiteX17" fmla="*/ 8691430 w 9143999"/>
              <a:gd name="connsiteY17" fmla="*/ 5003417 h 5143500"/>
              <a:gd name="connsiteX18" fmla="*/ 8691430 w 9143999"/>
              <a:gd name="connsiteY18" fmla="*/ 4889411 h 5143500"/>
              <a:gd name="connsiteX19" fmla="*/ 8576070 w 9143999"/>
              <a:gd name="connsiteY19" fmla="*/ 4889411 h 5143500"/>
              <a:gd name="connsiteX20" fmla="*/ 8576070 w 9143999"/>
              <a:gd name="connsiteY20" fmla="*/ 5003417 h 5143500"/>
              <a:gd name="connsiteX21" fmla="*/ 8638988 w 9143999"/>
              <a:gd name="connsiteY21" fmla="*/ 5003417 h 5143500"/>
              <a:gd name="connsiteX22" fmla="*/ 8644235 w 9143999"/>
              <a:gd name="connsiteY22" fmla="*/ 4980519 h 5143500"/>
              <a:gd name="connsiteX23" fmla="*/ 8610870 w 9143999"/>
              <a:gd name="connsiteY23" fmla="*/ 4980519 h 5143500"/>
              <a:gd name="connsiteX24" fmla="*/ 8610870 w 9143999"/>
              <a:gd name="connsiteY24" fmla="*/ 4889411 h 5143500"/>
              <a:gd name="connsiteX25" fmla="*/ 8515538 w 9143999"/>
              <a:gd name="connsiteY25" fmla="*/ 4889411 h 5143500"/>
              <a:gd name="connsiteX26" fmla="*/ 8515538 w 9143999"/>
              <a:gd name="connsiteY26" fmla="*/ 5003417 h 5143500"/>
              <a:gd name="connsiteX27" fmla="*/ 8550338 w 9143999"/>
              <a:gd name="connsiteY27" fmla="*/ 5003417 h 5143500"/>
              <a:gd name="connsiteX28" fmla="*/ 8550338 w 9143999"/>
              <a:gd name="connsiteY28" fmla="*/ 4889411 h 5143500"/>
              <a:gd name="connsiteX29" fmla="*/ 8383972 w 9143999"/>
              <a:gd name="connsiteY29" fmla="*/ 4889411 h 5143500"/>
              <a:gd name="connsiteX30" fmla="*/ 8383972 w 9143999"/>
              <a:gd name="connsiteY30" fmla="*/ 5003417 h 5143500"/>
              <a:gd name="connsiteX31" fmla="*/ 8418771 w 9143999"/>
              <a:gd name="connsiteY31" fmla="*/ 5003417 h 5143500"/>
              <a:gd name="connsiteX32" fmla="*/ 8418771 w 9143999"/>
              <a:gd name="connsiteY32" fmla="*/ 4958581 h 5143500"/>
              <a:gd name="connsiteX33" fmla="*/ 8454997 w 9143999"/>
              <a:gd name="connsiteY33" fmla="*/ 4958581 h 5143500"/>
              <a:gd name="connsiteX34" fmla="*/ 8454997 w 9143999"/>
              <a:gd name="connsiteY34" fmla="*/ 5003417 h 5143500"/>
              <a:gd name="connsiteX35" fmla="*/ 8489797 w 9143999"/>
              <a:gd name="connsiteY35" fmla="*/ 5003417 h 5143500"/>
              <a:gd name="connsiteX36" fmla="*/ 8489797 w 9143999"/>
              <a:gd name="connsiteY36" fmla="*/ 4889411 h 5143500"/>
              <a:gd name="connsiteX37" fmla="*/ 8454997 w 9143999"/>
              <a:gd name="connsiteY37" fmla="*/ 4889411 h 5143500"/>
              <a:gd name="connsiteX38" fmla="*/ 8454997 w 9143999"/>
              <a:gd name="connsiteY38" fmla="*/ 4934732 h 5143500"/>
              <a:gd name="connsiteX39" fmla="*/ 8418771 w 9143999"/>
              <a:gd name="connsiteY39" fmla="*/ 4934732 h 5143500"/>
              <a:gd name="connsiteX40" fmla="*/ 8418771 w 9143999"/>
              <a:gd name="connsiteY40" fmla="*/ 4889411 h 5143500"/>
              <a:gd name="connsiteX41" fmla="*/ 8760061 w 9143999"/>
              <a:gd name="connsiteY41" fmla="*/ 4887025 h 5143500"/>
              <a:gd name="connsiteX42" fmla="*/ 8717637 w 9143999"/>
              <a:gd name="connsiteY42" fmla="*/ 4889411 h 5143500"/>
              <a:gd name="connsiteX43" fmla="*/ 8717637 w 9143999"/>
              <a:gd name="connsiteY43" fmla="*/ 5003417 h 5143500"/>
              <a:gd name="connsiteX44" fmla="*/ 8752437 w 9143999"/>
              <a:gd name="connsiteY44" fmla="*/ 5003417 h 5143500"/>
              <a:gd name="connsiteX45" fmla="*/ 8752437 w 9143999"/>
              <a:gd name="connsiteY45" fmla="*/ 4976223 h 5143500"/>
              <a:gd name="connsiteX46" fmla="*/ 8764833 w 9143999"/>
              <a:gd name="connsiteY46" fmla="*/ 4976223 h 5143500"/>
              <a:gd name="connsiteX47" fmla="*/ 8764833 w 9143999"/>
              <a:gd name="connsiteY47" fmla="*/ 4976232 h 5143500"/>
              <a:gd name="connsiteX48" fmla="*/ 8817741 w 9143999"/>
              <a:gd name="connsiteY48" fmla="*/ 4930436 h 5143500"/>
              <a:gd name="connsiteX49" fmla="*/ 8760061 w 9143999"/>
              <a:gd name="connsiteY49" fmla="*/ 4887025 h 5143500"/>
              <a:gd name="connsiteX50" fmla="*/ 8312480 w 9143999"/>
              <a:gd name="connsiteY50" fmla="*/ 4887025 h 5143500"/>
              <a:gd name="connsiteX51" fmla="*/ 8270056 w 9143999"/>
              <a:gd name="connsiteY51" fmla="*/ 4889411 h 5143500"/>
              <a:gd name="connsiteX52" fmla="*/ 8270056 w 9143999"/>
              <a:gd name="connsiteY52" fmla="*/ 5003417 h 5143500"/>
              <a:gd name="connsiteX53" fmla="*/ 8304856 w 9143999"/>
              <a:gd name="connsiteY53" fmla="*/ 5003417 h 5143500"/>
              <a:gd name="connsiteX54" fmla="*/ 8304856 w 9143999"/>
              <a:gd name="connsiteY54" fmla="*/ 4976223 h 5143500"/>
              <a:gd name="connsiteX55" fmla="*/ 8317251 w 9143999"/>
              <a:gd name="connsiteY55" fmla="*/ 4976223 h 5143500"/>
              <a:gd name="connsiteX56" fmla="*/ 8317242 w 9143999"/>
              <a:gd name="connsiteY56" fmla="*/ 4976232 h 5143500"/>
              <a:gd name="connsiteX57" fmla="*/ 8370150 w 9143999"/>
              <a:gd name="connsiteY57" fmla="*/ 4930436 h 5143500"/>
              <a:gd name="connsiteX58" fmla="*/ 8312480 w 9143999"/>
              <a:gd name="connsiteY58" fmla="*/ 4887025 h 5143500"/>
              <a:gd name="connsiteX59" fmla="*/ 8875412 w 9143999"/>
              <a:gd name="connsiteY59" fmla="*/ 4887016 h 5143500"/>
              <a:gd name="connsiteX60" fmla="*/ 8828226 w 9143999"/>
              <a:gd name="connsiteY60" fmla="*/ 4921359 h 5143500"/>
              <a:gd name="connsiteX61" fmla="*/ 8882569 w 9143999"/>
              <a:gd name="connsiteY61" fmla="*/ 4971927 h 5143500"/>
              <a:gd name="connsiteX62" fmla="*/ 8864461 w 9143999"/>
              <a:gd name="connsiteY62" fmla="*/ 4982896 h 5143500"/>
              <a:gd name="connsiteX63" fmla="*/ 8824898 w 9143999"/>
              <a:gd name="connsiteY63" fmla="*/ 4973828 h 5143500"/>
              <a:gd name="connsiteX64" fmla="*/ 8828710 w 9143999"/>
              <a:gd name="connsiteY64" fmla="*/ 5000063 h 5143500"/>
              <a:gd name="connsiteX65" fmla="*/ 8864936 w 9143999"/>
              <a:gd name="connsiteY65" fmla="*/ 5005785 h 5143500"/>
              <a:gd name="connsiteX66" fmla="*/ 8917844 w 9143999"/>
              <a:gd name="connsiteY66" fmla="*/ 4967621 h 5143500"/>
              <a:gd name="connsiteX67" fmla="*/ 8871590 w 9143999"/>
              <a:gd name="connsiteY67" fmla="*/ 4928446 h 5143500"/>
              <a:gd name="connsiteX68" fmla="*/ 8863036 w 9143999"/>
              <a:gd name="connsiteY68" fmla="*/ 4918501 h 5143500"/>
              <a:gd name="connsiteX69" fmla="*/ 8879233 w 9143999"/>
              <a:gd name="connsiteY69" fmla="*/ 4909439 h 5143500"/>
              <a:gd name="connsiteX70" fmla="*/ 8910211 w 9143999"/>
              <a:gd name="connsiteY70" fmla="*/ 4915161 h 5143500"/>
              <a:gd name="connsiteX71" fmla="*/ 8907350 w 9143999"/>
              <a:gd name="connsiteY71" fmla="*/ 4890352 h 5143500"/>
              <a:gd name="connsiteX72" fmla="*/ 8875412 w 9143999"/>
              <a:gd name="connsiteY72" fmla="*/ 4887016 h 5143500"/>
              <a:gd name="connsiteX73" fmla="*/ 0 w 9143999"/>
              <a:gd name="connsiteY73" fmla="*/ 0 h 5143500"/>
              <a:gd name="connsiteX74" fmla="*/ 9143999 w 9143999"/>
              <a:gd name="connsiteY74" fmla="*/ 0 h 5143500"/>
              <a:gd name="connsiteX75" fmla="*/ 9143999 w 9143999"/>
              <a:gd name="connsiteY75" fmla="*/ 5143500 h 5143500"/>
              <a:gd name="connsiteX76" fmla="*/ 0 w 9143999"/>
              <a:gd name="connsiteY76" fmla="*/ 5143500 h 5143500"/>
            </a:gdLst>
            <a:ahLst/>
            <a:cxnLst/>
            <a:rect l="l" t="t" r="r" b="b"/>
            <a:pathLst>
              <a:path w="9143999" h="5143500">
                <a:moveTo>
                  <a:pt x="8863025" y="4918488"/>
                </a:moveTo>
                <a:lnTo>
                  <a:pt x="8863036" y="4918501"/>
                </a:lnTo>
                <a:lnTo>
                  <a:pt x="8863025" y="4918507"/>
                </a:lnTo>
                <a:close/>
                <a:moveTo>
                  <a:pt x="8758160" y="4908488"/>
                </a:moveTo>
                <a:cubicBezTo>
                  <a:pt x="8775317" y="4908488"/>
                  <a:pt x="8783425" y="4916596"/>
                  <a:pt x="8783425" y="4930911"/>
                </a:cubicBezTo>
                <a:cubicBezTo>
                  <a:pt x="8783425" y="4945701"/>
                  <a:pt x="8776277" y="4955720"/>
                  <a:pt x="8758160" y="4955720"/>
                </a:cubicBezTo>
                <a:lnTo>
                  <a:pt x="8752437" y="4955720"/>
                </a:lnTo>
                <a:lnTo>
                  <a:pt x="8752437" y="4908607"/>
                </a:lnTo>
                <a:cubicBezTo>
                  <a:pt x="8754457" y="4908488"/>
                  <a:pt x="8756368" y="4908488"/>
                  <a:pt x="8758160" y="4908488"/>
                </a:cubicBezTo>
                <a:close/>
                <a:moveTo>
                  <a:pt x="8310569" y="4908488"/>
                </a:moveTo>
                <a:cubicBezTo>
                  <a:pt x="8327727" y="4908488"/>
                  <a:pt x="8335835" y="4916596"/>
                  <a:pt x="8335835" y="4930911"/>
                </a:cubicBezTo>
                <a:cubicBezTo>
                  <a:pt x="8335835" y="4945701"/>
                  <a:pt x="8328687" y="4955720"/>
                  <a:pt x="8310569" y="4955720"/>
                </a:cubicBezTo>
                <a:lnTo>
                  <a:pt x="8304847" y="4955720"/>
                </a:lnTo>
                <a:lnTo>
                  <a:pt x="8304847" y="4908607"/>
                </a:lnTo>
                <a:cubicBezTo>
                  <a:pt x="8306876" y="4908488"/>
                  <a:pt x="8308777" y="4908488"/>
                  <a:pt x="8310569" y="4908488"/>
                </a:cubicBezTo>
                <a:close/>
                <a:moveTo>
                  <a:pt x="8656630" y="4889411"/>
                </a:moveTo>
                <a:lnTo>
                  <a:pt x="8656630" y="5003417"/>
                </a:lnTo>
                <a:lnTo>
                  <a:pt x="8691430" y="5003417"/>
                </a:lnTo>
                <a:lnTo>
                  <a:pt x="8691430" y="4889411"/>
                </a:lnTo>
                <a:close/>
                <a:moveTo>
                  <a:pt x="8576070" y="4889411"/>
                </a:moveTo>
                <a:lnTo>
                  <a:pt x="8576070" y="5003417"/>
                </a:lnTo>
                <a:lnTo>
                  <a:pt x="8638988" y="5003417"/>
                </a:lnTo>
                <a:lnTo>
                  <a:pt x="8644235" y="4980519"/>
                </a:lnTo>
                <a:lnTo>
                  <a:pt x="8610870" y="4980519"/>
                </a:lnTo>
                <a:lnTo>
                  <a:pt x="8610870" y="4889411"/>
                </a:lnTo>
                <a:close/>
                <a:moveTo>
                  <a:pt x="8515538" y="4889411"/>
                </a:moveTo>
                <a:lnTo>
                  <a:pt x="8515538" y="5003417"/>
                </a:lnTo>
                <a:lnTo>
                  <a:pt x="8550338" y="5003417"/>
                </a:lnTo>
                <a:lnTo>
                  <a:pt x="8550338" y="4889411"/>
                </a:lnTo>
                <a:close/>
                <a:moveTo>
                  <a:pt x="8383972" y="4889411"/>
                </a:moveTo>
                <a:lnTo>
                  <a:pt x="8383972" y="5003417"/>
                </a:lnTo>
                <a:lnTo>
                  <a:pt x="8418771" y="5003417"/>
                </a:lnTo>
                <a:lnTo>
                  <a:pt x="8418771" y="4958581"/>
                </a:lnTo>
                <a:lnTo>
                  <a:pt x="8454997" y="4958581"/>
                </a:lnTo>
                <a:lnTo>
                  <a:pt x="8454997" y="5003417"/>
                </a:lnTo>
                <a:lnTo>
                  <a:pt x="8489797" y="5003417"/>
                </a:lnTo>
                <a:lnTo>
                  <a:pt x="8489797" y="4889411"/>
                </a:lnTo>
                <a:lnTo>
                  <a:pt x="8454997" y="4889411"/>
                </a:lnTo>
                <a:lnTo>
                  <a:pt x="8454997" y="4934732"/>
                </a:lnTo>
                <a:lnTo>
                  <a:pt x="8418771" y="4934732"/>
                </a:lnTo>
                <a:lnTo>
                  <a:pt x="8418771" y="4889411"/>
                </a:lnTo>
                <a:close/>
                <a:moveTo>
                  <a:pt x="8760061" y="4887025"/>
                </a:moveTo>
                <a:cubicBezTo>
                  <a:pt x="8746240" y="4887025"/>
                  <a:pt x="8729557" y="4887976"/>
                  <a:pt x="8717637" y="4889411"/>
                </a:cubicBezTo>
                <a:lnTo>
                  <a:pt x="8717637" y="5003417"/>
                </a:lnTo>
                <a:lnTo>
                  <a:pt x="8752437" y="5003417"/>
                </a:lnTo>
                <a:lnTo>
                  <a:pt x="8752437" y="4976223"/>
                </a:lnTo>
                <a:lnTo>
                  <a:pt x="8764833" y="4976223"/>
                </a:lnTo>
                <a:lnTo>
                  <a:pt x="8764833" y="4976232"/>
                </a:lnTo>
                <a:cubicBezTo>
                  <a:pt x="8797247" y="4976232"/>
                  <a:pt x="8817741" y="4959541"/>
                  <a:pt x="8817741" y="4930436"/>
                </a:cubicBezTo>
                <a:cubicBezTo>
                  <a:pt x="8817741" y="4898479"/>
                  <a:pt x="8795811" y="4887025"/>
                  <a:pt x="8760061" y="4887025"/>
                </a:cubicBezTo>
                <a:close/>
                <a:moveTo>
                  <a:pt x="8312480" y="4887025"/>
                </a:moveTo>
                <a:cubicBezTo>
                  <a:pt x="8298658" y="4887025"/>
                  <a:pt x="8281976" y="4887976"/>
                  <a:pt x="8270056" y="4889411"/>
                </a:cubicBezTo>
                <a:lnTo>
                  <a:pt x="8270056" y="5003417"/>
                </a:lnTo>
                <a:lnTo>
                  <a:pt x="8304856" y="5003417"/>
                </a:lnTo>
                <a:lnTo>
                  <a:pt x="8304856" y="4976223"/>
                </a:lnTo>
                <a:lnTo>
                  <a:pt x="8317251" y="4976223"/>
                </a:lnTo>
                <a:lnTo>
                  <a:pt x="8317242" y="4976232"/>
                </a:lnTo>
                <a:cubicBezTo>
                  <a:pt x="8349656" y="4976232"/>
                  <a:pt x="8370150" y="4959541"/>
                  <a:pt x="8370150" y="4930436"/>
                </a:cubicBezTo>
                <a:cubicBezTo>
                  <a:pt x="8370159" y="4898470"/>
                  <a:pt x="8348230" y="4887025"/>
                  <a:pt x="8312480" y="4887025"/>
                </a:cubicBezTo>
                <a:close/>
                <a:moveTo>
                  <a:pt x="8875412" y="4887016"/>
                </a:moveTo>
                <a:cubicBezTo>
                  <a:pt x="8847285" y="4887016"/>
                  <a:pt x="8828226" y="4898104"/>
                  <a:pt x="8828226" y="4921359"/>
                </a:cubicBezTo>
                <a:cubicBezTo>
                  <a:pt x="8828226" y="4961433"/>
                  <a:pt x="8882569" y="4953325"/>
                  <a:pt x="8882569" y="4971927"/>
                </a:cubicBezTo>
                <a:cubicBezTo>
                  <a:pt x="8882569" y="4979084"/>
                  <a:pt x="8877322" y="4982896"/>
                  <a:pt x="8864461" y="4982896"/>
                </a:cubicBezTo>
                <a:cubicBezTo>
                  <a:pt x="8853016" y="4982896"/>
                  <a:pt x="8835383" y="4979084"/>
                  <a:pt x="8824898" y="4973828"/>
                </a:cubicBezTo>
                <a:lnTo>
                  <a:pt x="8828710" y="5000063"/>
                </a:lnTo>
                <a:cubicBezTo>
                  <a:pt x="8839195" y="5003884"/>
                  <a:pt x="8853501" y="5005785"/>
                  <a:pt x="8864936" y="5005785"/>
                </a:cubicBezTo>
                <a:cubicBezTo>
                  <a:pt x="8894014" y="5005785"/>
                  <a:pt x="8917844" y="4996242"/>
                  <a:pt x="8917844" y="4967621"/>
                </a:cubicBezTo>
                <a:cubicBezTo>
                  <a:pt x="8917844" y="4938999"/>
                  <a:pt x="8887008" y="4935869"/>
                  <a:pt x="8871590" y="4928446"/>
                </a:cubicBezTo>
                <a:lnTo>
                  <a:pt x="8863036" y="4918501"/>
                </a:lnTo>
                <a:lnTo>
                  <a:pt x="8879233" y="4909439"/>
                </a:lnTo>
                <a:cubicBezTo>
                  <a:pt x="8890193" y="4909439"/>
                  <a:pt x="8902113" y="4911825"/>
                  <a:pt x="8910211" y="4915161"/>
                </a:cubicBezTo>
                <a:lnTo>
                  <a:pt x="8907350" y="4890352"/>
                </a:lnTo>
                <a:cubicBezTo>
                  <a:pt x="8898292" y="4888442"/>
                  <a:pt x="8890193" y="4887016"/>
                  <a:pt x="8875412" y="4887016"/>
                </a:cubicBez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35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>Click icon to insert photo 966 x 843 px</a:t>
            </a:r>
            <a:endParaRPr sz="14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5B6-9AA5-93D1-552F-B6B78F8BE4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02D2D-78C2-DF6C-44E7-E210869DEA17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CE1C-8B2D-2C20-DA1F-914D85142B6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A65204-B63A-C92D-8559-99D1D30D9D56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1E91343-BDCF-AC3A-40D7-0F1157E570DE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5B6-9AA5-93D1-552F-B6B78F8BE4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4A277B-7964-B12B-9A03-B942824271BA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27C29E7A-B73D-4E62-4C77-AAD3DBE937AE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coral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for clinical case –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4746-22DC-AA0B-4718-963106F42FF2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BD3D34-771A-D991-0AFD-D570EC7F6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Please note: black slides to be used for clinical images only!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851EE049-9196-8C24-394F-BE5DBFD3850F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text for clinical case –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143996" lvl="0" indent="-143996">
              <a:spcAft>
                <a:spcPts val="0"/>
              </a:spcAft>
              <a:buClr>
                <a:srgbClr val="00629F"/>
              </a:buClr>
              <a:buNone/>
            </a:pPr>
            <a:r>
              <a:t>Please note: black slides to be used for clinical images only!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9C5B3-0EE3-680C-0685-B2F90A2FAF26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332D85-EA2F-6DDB-7DDF-2C062FF9EA9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2919" y="1212849"/>
            <a:ext cx="8135939" cy="3483213"/>
          </a:xfrm>
        </p:spPr>
        <p:txBody>
          <a:bodyPr/>
          <a:lstStyle>
            <a:lvl1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8A0211DD-0F60-E2A1-FBD2-3D9D286E69BB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for clinical cas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143996" lvl="0" indent="-143996">
              <a:spcAft>
                <a:spcPts val="0"/>
              </a:spcAft>
              <a:buClr>
                <a:srgbClr val="00629F"/>
              </a:buClr>
              <a:buNone/>
            </a:pPr>
            <a:r>
              <a:t>Please note: black slides to be used for clinical images only!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FDB047-9967-2145-80C3-D61266F3B592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C3D6067-C121-A6A9-99EE-84CAE8843EE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2919" y="1212849"/>
            <a:ext cx="3816123" cy="3483213"/>
          </a:xfrm>
        </p:spPr>
        <p:txBody>
          <a:bodyPr/>
          <a:lstStyle>
            <a:lvl1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DE59561-A21E-9F90-D0F1-D96788F1F45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821466" y="1212849"/>
            <a:ext cx="3816123" cy="3483213"/>
          </a:xfrm>
        </p:spPr>
        <p:txBody>
          <a:bodyPr/>
          <a:lstStyle>
            <a:lvl1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4A979538-0DC5-6402-C311-241613A2370C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52741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195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1169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26076"/>
            <a:ext cx="6169658" cy="109728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8FA1B3DF-B7F7-A6FC-D2DA-37DFA813DC5D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607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99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91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340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5D13E381-82CC-C9E1-035C-82858900B615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FF834536-5D62-6E74-BF5A-1FF0B9592C5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light blue (vertical logo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marR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7536EE68-DBDC-3BAA-878D-9EE447BFBAB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1/3 logo Philips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6AF2D5-3963-6312-55F6-080E6EB4979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040380" cy="18288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1CED1E-C282-CE3E-C04A-45E93545FF6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3040380" cy="120700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1BAECB1-8537-7FE7-D93F-91B44D0E87FE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057808" y="0"/>
            <a:ext cx="5086192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px x X px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1552C1D-B84C-1DE4-29D4-4DC5871D8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50792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8B1DB5-B397-B384-8FAE-4E0FD8B80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42816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ECF66-BA3A-C4E0-3407-22BAB618A7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34840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1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520021"/>
            <a:ext cx="3108960" cy="5664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1/3 logo Philip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6AF2D5-3963-6312-55F6-080E6EB4979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040380" cy="182880"/>
          </a:xfr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1CED1E-C282-CE3E-C04A-45E93545FF6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3040380" cy="120700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1BAECB1-8537-7FE7-D93F-91B44D0E87FE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057808" y="0"/>
            <a:ext cx="5086192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px x X px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1552C1D-B84C-1DE4-29D4-4DC5871D8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50792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8B1DB5-B397-B384-8FAE-4E0FD8B80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42816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ECF66-BA3A-C4E0-3407-22BAB618A7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34840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1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520021"/>
            <a:ext cx="3108960" cy="5664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1/3 logo Philips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6AF2D5-3963-6312-55F6-080E6EB4979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040380" cy="182880"/>
          </a:xfr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1CED1E-C282-CE3E-C04A-45E93545FF6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3040380" cy="120700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1BAECB1-8537-7FE7-D93F-91B44D0E87FE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057808" y="0"/>
            <a:ext cx="5086192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px x X px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1552C1D-B84C-1DE4-29D4-4DC5871D8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50792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8B1DB5-B397-B384-8FAE-4E0FD8B80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42816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ECF66-BA3A-C4E0-3407-22BAB618A7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34840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1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520021"/>
            <a:ext cx="3108960" cy="5664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1/3 logo Philips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6AF2D5-3963-6312-55F6-080E6EB4979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02920" y="1764792"/>
            <a:ext cx="3040380" cy="18288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Optional 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1CED1E-C282-CE3E-C04A-45E93545FF6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02920" y="2057400"/>
            <a:ext cx="3040380" cy="120700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Presentation title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1BAECB1-8537-7FE7-D93F-91B44D0E87FE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057808" y="0"/>
            <a:ext cx="5086192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px x X px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1552C1D-B84C-1DE4-29D4-4DC5871D8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" y="4050792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Author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8B1DB5-B397-B384-8FAE-4E0FD8B80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" y="4242816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6ECF66-BA3A-C4E0-3407-22BAB618A7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" y="4434840"/>
            <a:ext cx="3044952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1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0" y="520021"/>
            <a:ext cx="3108960" cy="5664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F568C8-1BD7-E7B3-38E2-5B7ED0EA4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8132765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49C77E-35AD-3CFF-778D-2778583A3DA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DC6205-A83D-C56E-95E7-87AD3BD94FD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98348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8B6A192-560C-26DF-0654-5406C61E06FE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3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40221-5DA6-10A4-CE38-F9D1C18EE09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 w="254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chemeClr val="bg1"/>
              </a:solidFill>
            </a:endParaRPr>
          </a:p>
        </p:txBody>
      </p:sp>
      <p:pic>
        <p:nvPicPr>
          <p:cNvPr id="20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DDA9136-D3F9-F711-4B85-494AA9FC0C73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5CE4425-35A1-314D-C48B-0DFD71FE9517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2D7C9E-6318-F070-BCE4-366530922D6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Tx/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38994D7-FF6E-89BB-7971-44B59E54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3657281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3">
            <a:extLst>
              <a:ext uri="{FF2B5EF4-FFF2-40B4-BE49-F238E27FC236}">
                <a16:creationId xmlns:a16="http://schemas.microsoft.com/office/drawing/2014/main" id="{2DE5B8F3-CE57-07D8-37DB-2E155FA0A4F3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Philips blue divider, </a:t>
            </a:r>
            <a:br/>
            <a:r>
              <a:t>half photo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3CF0764-DFB5-2754-87CE-F77CA3FFD3CD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60C7FB-B180-5117-2B14-5A6E759E66AC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CC558-3F63-D067-60A8-9C372770394E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White divider, </a:t>
            </a:r>
            <a:br/>
            <a:r>
              <a:t>half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60DB3D-7BF0-14A1-B8F5-D344164BBEB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EEF85-22C8-02AB-F7C4-D3F7156CA57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29D1A3-83DA-8590-DBA0-18A90F22E7FA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Dark blue divider, </a:t>
            </a:r>
            <a:br/>
            <a:r>
              <a:t>half photo</a:t>
            </a:r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58D52DC9-CECD-E119-65AB-88BD5ED5C2DD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CE73CA-8B06-B187-2902-ACEEB8635450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E49EA-D788-2D1C-DE2B-0028D74CD9E4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blue divider, </a:t>
            </a:r>
            <a:br/>
            <a:r>
              <a:t>half photo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CA470A-EDFC-4267-5BD2-6E9CA92A0EAF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light coral (with image)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coral divider, </a:t>
            </a:r>
            <a:br/>
            <a:r>
              <a:t>half photo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03C8DA-7DAA-6B46-DF91-43499FB65FC4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F4B2C2-825D-08DB-6EEA-E698EE6DDB3F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C43E1-3C41-8B31-8EB9-6D6F6848EA01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E2843C6-8DAB-3466-178F-F71F32616C8B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6ECCFF-A929-6A5B-CB9E-1BBF7BFB2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Philips blue divider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E797AE0A-F0AD-C61C-B8A0-BB31D3BB35AF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FD8FF5D-3680-130D-B55E-0BD741122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White divider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574A60-D183-D19F-88E6-EEE0C3D702F9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B99D331-9587-B883-7DF3-0B9D6E568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Dark blue divider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E7296B94-E425-EDA6-3EEF-41ED947C7365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>
              <a:gd name="connsiteX0" fmla="*/ 219741 w 647788"/>
              <a:gd name="connsiteY0" fmla="*/ 2395 h 118769"/>
              <a:gd name="connsiteX1" fmla="*/ 184941 w 647788"/>
              <a:gd name="connsiteY1" fmla="*/ 2395 h 118769"/>
              <a:gd name="connsiteX2" fmla="*/ 184941 w 647788"/>
              <a:gd name="connsiteY2" fmla="*/ 47716 h 118769"/>
              <a:gd name="connsiteX3" fmla="*/ 148715 w 647788"/>
              <a:gd name="connsiteY3" fmla="*/ 47716 h 118769"/>
              <a:gd name="connsiteX4" fmla="*/ 148715 w 647788"/>
              <a:gd name="connsiteY4" fmla="*/ 2395 h 118769"/>
              <a:gd name="connsiteX5" fmla="*/ 113916 w 647788"/>
              <a:gd name="connsiteY5" fmla="*/ 2395 h 118769"/>
              <a:gd name="connsiteX6" fmla="*/ 113916 w 647788"/>
              <a:gd name="connsiteY6" fmla="*/ 116401 h 118769"/>
              <a:gd name="connsiteX7" fmla="*/ 148715 w 647788"/>
              <a:gd name="connsiteY7" fmla="*/ 116401 h 118769"/>
              <a:gd name="connsiteX8" fmla="*/ 148715 w 647788"/>
              <a:gd name="connsiteY8" fmla="*/ 71565 h 118769"/>
              <a:gd name="connsiteX9" fmla="*/ 184941 w 647788"/>
              <a:gd name="connsiteY9" fmla="*/ 71565 h 118769"/>
              <a:gd name="connsiteX10" fmla="*/ 184941 w 647788"/>
              <a:gd name="connsiteY10" fmla="*/ 116401 h 118769"/>
              <a:gd name="connsiteX11" fmla="*/ 219741 w 647788"/>
              <a:gd name="connsiteY11" fmla="*/ 116401 h 118769"/>
              <a:gd name="connsiteX12" fmla="*/ 219741 w 647788"/>
              <a:gd name="connsiteY12" fmla="*/ 2395 h 118769"/>
              <a:gd name="connsiteX13" fmla="*/ 219741 w 647788"/>
              <a:gd name="connsiteY13" fmla="*/ 2395 h 118769"/>
              <a:gd name="connsiteX14" fmla="*/ 340814 w 647788"/>
              <a:gd name="connsiteY14" fmla="*/ 93503 h 118769"/>
              <a:gd name="connsiteX15" fmla="*/ 340814 w 647788"/>
              <a:gd name="connsiteY15" fmla="*/ 2395 h 118769"/>
              <a:gd name="connsiteX16" fmla="*/ 306014 w 647788"/>
              <a:gd name="connsiteY16" fmla="*/ 2395 h 118769"/>
              <a:gd name="connsiteX17" fmla="*/ 306014 w 647788"/>
              <a:gd name="connsiteY17" fmla="*/ 116401 h 118769"/>
              <a:gd name="connsiteX18" fmla="*/ 368932 w 647788"/>
              <a:gd name="connsiteY18" fmla="*/ 116401 h 118769"/>
              <a:gd name="connsiteX19" fmla="*/ 374179 w 647788"/>
              <a:gd name="connsiteY19" fmla="*/ 93503 h 118769"/>
              <a:gd name="connsiteX20" fmla="*/ 340814 w 647788"/>
              <a:gd name="connsiteY20" fmla="*/ 93503 h 118769"/>
              <a:gd name="connsiteX21" fmla="*/ 280282 w 647788"/>
              <a:gd name="connsiteY21" fmla="*/ 2395 h 118769"/>
              <a:gd name="connsiteX22" fmla="*/ 245482 w 647788"/>
              <a:gd name="connsiteY22" fmla="*/ 2395 h 118769"/>
              <a:gd name="connsiteX23" fmla="*/ 245482 w 647788"/>
              <a:gd name="connsiteY23" fmla="*/ 116401 h 118769"/>
              <a:gd name="connsiteX24" fmla="*/ 280282 w 647788"/>
              <a:gd name="connsiteY24" fmla="*/ 116401 h 118769"/>
              <a:gd name="connsiteX25" fmla="*/ 280282 w 647788"/>
              <a:gd name="connsiteY25" fmla="*/ 2395 h 118769"/>
              <a:gd name="connsiteX26" fmla="*/ 280282 w 647788"/>
              <a:gd name="connsiteY26" fmla="*/ 2395 h 118769"/>
              <a:gd name="connsiteX27" fmla="*/ 421374 w 647788"/>
              <a:gd name="connsiteY27" fmla="*/ 2395 h 118769"/>
              <a:gd name="connsiteX28" fmla="*/ 386574 w 647788"/>
              <a:gd name="connsiteY28" fmla="*/ 2395 h 118769"/>
              <a:gd name="connsiteX29" fmla="*/ 386574 w 647788"/>
              <a:gd name="connsiteY29" fmla="*/ 116401 h 118769"/>
              <a:gd name="connsiteX30" fmla="*/ 421374 w 647788"/>
              <a:gd name="connsiteY30" fmla="*/ 116401 h 118769"/>
              <a:gd name="connsiteX31" fmla="*/ 421374 w 647788"/>
              <a:gd name="connsiteY31" fmla="*/ 2395 h 118769"/>
              <a:gd name="connsiteX32" fmla="*/ 421374 w 647788"/>
              <a:gd name="connsiteY32" fmla="*/ 2395 h 118769"/>
              <a:gd name="connsiteX33" fmla="*/ 592969 w 647788"/>
              <a:gd name="connsiteY33" fmla="*/ 31491 h 118769"/>
              <a:gd name="connsiteX34" fmla="*/ 609177 w 647788"/>
              <a:gd name="connsiteY34" fmla="*/ 22423 h 118769"/>
              <a:gd name="connsiteX35" fmla="*/ 640155 w 647788"/>
              <a:gd name="connsiteY35" fmla="*/ 28145 h 118769"/>
              <a:gd name="connsiteX36" fmla="*/ 637294 w 647788"/>
              <a:gd name="connsiteY36" fmla="*/ 3336 h 118769"/>
              <a:gd name="connsiteX37" fmla="*/ 605356 w 647788"/>
              <a:gd name="connsiteY37" fmla="*/ 0 h 118769"/>
              <a:gd name="connsiteX38" fmla="*/ 558170 w 647788"/>
              <a:gd name="connsiteY38" fmla="*/ 34343 h 118769"/>
              <a:gd name="connsiteX39" fmla="*/ 612513 w 647788"/>
              <a:gd name="connsiteY39" fmla="*/ 84911 h 118769"/>
              <a:gd name="connsiteX40" fmla="*/ 594405 w 647788"/>
              <a:gd name="connsiteY40" fmla="*/ 95880 h 118769"/>
              <a:gd name="connsiteX41" fmla="*/ 554842 w 647788"/>
              <a:gd name="connsiteY41" fmla="*/ 86812 h 118769"/>
              <a:gd name="connsiteX42" fmla="*/ 558654 w 647788"/>
              <a:gd name="connsiteY42" fmla="*/ 113047 h 118769"/>
              <a:gd name="connsiteX43" fmla="*/ 594880 w 647788"/>
              <a:gd name="connsiteY43" fmla="*/ 118769 h 118769"/>
              <a:gd name="connsiteX44" fmla="*/ 647788 w 647788"/>
              <a:gd name="connsiteY44" fmla="*/ 80605 h 118769"/>
              <a:gd name="connsiteX45" fmla="*/ 592969 w 647788"/>
              <a:gd name="connsiteY45" fmla="*/ 31472 h 118769"/>
              <a:gd name="connsiteX46" fmla="*/ 592969 w 647788"/>
              <a:gd name="connsiteY46" fmla="*/ 31472 h 118769"/>
              <a:gd name="connsiteX47" fmla="*/ 494777 w 647788"/>
              <a:gd name="connsiteY47" fmla="*/ 89216 h 118769"/>
              <a:gd name="connsiteX48" fmla="*/ 547685 w 647788"/>
              <a:gd name="connsiteY48" fmla="*/ 43420 h 118769"/>
              <a:gd name="connsiteX49" fmla="*/ 490005 w 647788"/>
              <a:gd name="connsiteY49" fmla="*/ 9 h 118769"/>
              <a:gd name="connsiteX50" fmla="*/ 447581 w 647788"/>
              <a:gd name="connsiteY50" fmla="*/ 2395 h 118769"/>
              <a:gd name="connsiteX51" fmla="*/ 447581 w 647788"/>
              <a:gd name="connsiteY51" fmla="*/ 116401 h 118769"/>
              <a:gd name="connsiteX52" fmla="*/ 482381 w 647788"/>
              <a:gd name="connsiteY52" fmla="*/ 116401 h 118769"/>
              <a:gd name="connsiteX53" fmla="*/ 482381 w 647788"/>
              <a:gd name="connsiteY53" fmla="*/ 89207 h 118769"/>
              <a:gd name="connsiteX54" fmla="*/ 494777 w 647788"/>
              <a:gd name="connsiteY54" fmla="*/ 89207 h 118769"/>
              <a:gd name="connsiteX55" fmla="*/ 513369 w 647788"/>
              <a:gd name="connsiteY55" fmla="*/ 43895 h 118769"/>
              <a:gd name="connsiteX56" fmla="*/ 488104 w 647788"/>
              <a:gd name="connsiteY56" fmla="*/ 68704 h 118769"/>
              <a:gd name="connsiteX57" fmla="*/ 482381 w 647788"/>
              <a:gd name="connsiteY57" fmla="*/ 68704 h 118769"/>
              <a:gd name="connsiteX58" fmla="*/ 482381 w 647788"/>
              <a:gd name="connsiteY58" fmla="*/ 21591 h 118769"/>
              <a:gd name="connsiteX59" fmla="*/ 488104 w 647788"/>
              <a:gd name="connsiteY59" fmla="*/ 21472 h 118769"/>
              <a:gd name="connsiteX60" fmla="*/ 513369 w 647788"/>
              <a:gd name="connsiteY60" fmla="*/ 43895 h 118769"/>
              <a:gd name="connsiteX61" fmla="*/ 513369 w 647788"/>
              <a:gd name="connsiteY61" fmla="*/ 43895 h 118769"/>
              <a:gd name="connsiteX62" fmla="*/ 47186 w 647788"/>
              <a:gd name="connsiteY62" fmla="*/ 89216 h 118769"/>
              <a:gd name="connsiteX63" fmla="*/ 100094 w 647788"/>
              <a:gd name="connsiteY63" fmla="*/ 43420 h 118769"/>
              <a:gd name="connsiteX64" fmla="*/ 42424 w 647788"/>
              <a:gd name="connsiteY64" fmla="*/ 9 h 118769"/>
              <a:gd name="connsiteX65" fmla="*/ 0 w 647788"/>
              <a:gd name="connsiteY65" fmla="*/ 2395 h 118769"/>
              <a:gd name="connsiteX66" fmla="*/ 0 w 647788"/>
              <a:gd name="connsiteY66" fmla="*/ 116401 h 118769"/>
              <a:gd name="connsiteX67" fmla="*/ 34800 w 647788"/>
              <a:gd name="connsiteY67" fmla="*/ 116401 h 118769"/>
              <a:gd name="connsiteX68" fmla="*/ 34800 w 647788"/>
              <a:gd name="connsiteY68" fmla="*/ 89207 h 118769"/>
              <a:gd name="connsiteX69" fmla="*/ 47195 w 647788"/>
              <a:gd name="connsiteY69" fmla="*/ 89207 h 118769"/>
              <a:gd name="connsiteX70" fmla="*/ 65779 w 647788"/>
              <a:gd name="connsiteY70" fmla="*/ 43895 h 118769"/>
              <a:gd name="connsiteX71" fmla="*/ 40513 w 647788"/>
              <a:gd name="connsiteY71" fmla="*/ 68704 h 118769"/>
              <a:gd name="connsiteX72" fmla="*/ 34791 w 647788"/>
              <a:gd name="connsiteY72" fmla="*/ 68704 h 118769"/>
              <a:gd name="connsiteX73" fmla="*/ 34791 w 647788"/>
              <a:gd name="connsiteY73" fmla="*/ 21591 h 118769"/>
              <a:gd name="connsiteX74" fmla="*/ 40513 w 647788"/>
              <a:gd name="connsiteY74" fmla="*/ 21472 h 118769"/>
              <a:gd name="connsiteX75" fmla="*/ 65779 w 647788"/>
              <a:gd name="connsiteY75" fmla="*/ 43895 h 118769"/>
              <a:gd name="connsiteX76" fmla="*/ 65779 w 647788"/>
              <a:gd name="connsiteY76" fmla="*/ 43895 h 118769"/>
            </a:gdLst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boxes with heading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061DABD4-D37F-40F3-A669-458E587E42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5683" y="1559163"/>
            <a:ext cx="3820781" cy="1036853"/>
          </a:xfrm>
          <a:prstGeom prst="rect">
            <a:avLst/>
          </a:prstGeom>
          <a:noFill/>
        </p:spPr>
        <p:txBody>
          <a:bodyPr lIns="90000" tIns="0" rIns="90000" bIns="0"/>
          <a:lstStyle>
            <a:lvl1pPr marL="135000" indent="-135000">
              <a:lnSpc>
                <a:spcPts val="1440"/>
              </a:lnSpc>
              <a:spcBef>
                <a:spcPts val="0"/>
              </a:spcBef>
              <a:buNone/>
              <a:defRPr sz="1200"/>
            </a:lvl1pPr>
            <a:lvl2pPr marL="297000" indent="-108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1050"/>
            </a:lvl2pPr>
            <a:lvl3pPr marL="40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3pPr>
            <a:lvl4pPr marL="567000" indent="-135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900"/>
            </a:lvl4pPr>
            <a:lvl5pPr marL="67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0F7849A3-C39C-4CD5-B064-5C998C59A80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5683" y="1219267"/>
            <a:ext cx="3820781" cy="27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90000" tIns="0" rIns="90000" bIns="0" anchor="ctr"/>
          <a:lstStyle>
            <a:lvl1pPr marL="0" indent="0">
              <a:lnSpc>
                <a:spcPts val="1620"/>
              </a:lnSpc>
              <a:spcBef>
                <a:spcPts val="0"/>
              </a:spcBef>
              <a:buNone/>
              <a:defRPr sz="1200" b="1"/>
            </a:lvl1pPr>
            <a:lvl2pPr marL="32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200"/>
            </a:lvl2pPr>
            <a:lvl3pPr marL="43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3pPr>
            <a:lvl4pPr marL="59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050"/>
            </a:lvl4pPr>
            <a:lvl5pPr marL="70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Heading</a:t>
            </a:r>
          </a:p>
        </p:txBody>
      </p:sp>
      <p:sp>
        <p:nvSpPr>
          <p:cNvPr id="30" name="Textplatzhalter 4">
            <a:extLst>
              <a:ext uri="{FF2B5EF4-FFF2-40B4-BE49-F238E27FC236}">
                <a16:creationId xmlns:a16="http://schemas.microsoft.com/office/drawing/2014/main" id="{63336114-98DC-481E-A5A8-648F9ABB54E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826943" y="1559163"/>
            <a:ext cx="3820781" cy="1219280"/>
          </a:xfrm>
          <a:prstGeom prst="rect">
            <a:avLst/>
          </a:prstGeom>
          <a:noFill/>
        </p:spPr>
        <p:txBody>
          <a:bodyPr lIns="90000" tIns="0" rIns="90000" bIns="0"/>
          <a:lstStyle>
            <a:lvl1pPr marL="135000" indent="-135000">
              <a:lnSpc>
                <a:spcPts val="1440"/>
              </a:lnSpc>
              <a:spcBef>
                <a:spcPts val="0"/>
              </a:spcBef>
              <a:buNone/>
              <a:defRPr sz="1200"/>
            </a:lvl1pPr>
            <a:lvl2pPr marL="297000" indent="-108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1050"/>
            </a:lvl2pPr>
            <a:lvl3pPr marL="40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3pPr>
            <a:lvl4pPr marL="567000" indent="-135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900"/>
            </a:lvl4pPr>
            <a:lvl5pPr marL="67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31" name="Textplatzhalter 4">
            <a:extLst>
              <a:ext uri="{FF2B5EF4-FFF2-40B4-BE49-F238E27FC236}">
                <a16:creationId xmlns:a16="http://schemas.microsoft.com/office/drawing/2014/main" id="{A3061852-1CBF-4261-9B44-BCA01FA9354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24447" y="1219267"/>
            <a:ext cx="3820781" cy="27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90000" tIns="0" rIns="90000" bIns="0" anchor="ctr"/>
          <a:lstStyle>
            <a:lvl1pPr marL="0" indent="0">
              <a:lnSpc>
                <a:spcPts val="1620"/>
              </a:lnSpc>
              <a:spcBef>
                <a:spcPts val="0"/>
              </a:spcBef>
              <a:buNone/>
              <a:defRPr sz="1200" b="1"/>
            </a:lvl1pPr>
            <a:lvl2pPr marL="32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200"/>
            </a:lvl2pPr>
            <a:lvl3pPr marL="43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3pPr>
            <a:lvl4pPr marL="59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050"/>
            </a:lvl4pPr>
            <a:lvl5pPr marL="70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Heading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FE92BC42-508B-41A9-B6AA-908DEB7BF01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824446" y="3435846"/>
            <a:ext cx="3820781" cy="1219280"/>
          </a:xfrm>
          <a:prstGeom prst="rect">
            <a:avLst/>
          </a:prstGeom>
          <a:noFill/>
        </p:spPr>
        <p:txBody>
          <a:bodyPr lIns="90000" tIns="0" rIns="90000" bIns="0"/>
          <a:lstStyle>
            <a:lvl1pPr marL="135000" indent="-135000">
              <a:lnSpc>
                <a:spcPts val="1440"/>
              </a:lnSpc>
              <a:spcBef>
                <a:spcPts val="0"/>
              </a:spcBef>
              <a:buNone/>
              <a:defRPr sz="1200"/>
            </a:lvl1pPr>
            <a:lvl2pPr marL="297000" indent="-108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1050"/>
            </a:lvl2pPr>
            <a:lvl3pPr marL="40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3pPr>
            <a:lvl4pPr marL="567000" indent="-135000">
              <a:lnSpc>
                <a:spcPts val="1440"/>
              </a:lnSpc>
              <a:spcBef>
                <a:spcPts val="0"/>
              </a:spcBef>
              <a:buFont typeface="Calibri"/>
              <a:buChar char="–"/>
              <a:defRPr sz="900"/>
            </a:lvl4pPr>
            <a:lvl5pPr marL="675000" indent="-108000">
              <a:lnSpc>
                <a:spcPts val="1440"/>
              </a:lnSpc>
              <a:spcBef>
                <a:spcPts val="0"/>
              </a:spcBef>
              <a:buFont typeface="Arial"/>
              <a:buChar char="•"/>
              <a:defRPr sz="90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60E966A-C82C-47E0-9A78-DC79D4EC805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824447" y="3113813"/>
            <a:ext cx="3820781" cy="27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90000" tIns="0" rIns="90000" bIns="0" anchor="ctr"/>
          <a:lstStyle>
            <a:lvl1pPr marL="0" indent="0">
              <a:lnSpc>
                <a:spcPts val="1620"/>
              </a:lnSpc>
              <a:spcBef>
                <a:spcPts val="0"/>
              </a:spcBef>
              <a:buNone/>
              <a:defRPr sz="1200" b="1"/>
            </a:lvl1pPr>
            <a:lvl2pPr marL="32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200"/>
            </a:lvl2pPr>
            <a:lvl3pPr marL="43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3pPr>
            <a:lvl4pPr marL="594000" indent="-135000">
              <a:lnSpc>
                <a:spcPts val="1620"/>
              </a:lnSpc>
              <a:spcBef>
                <a:spcPts val="0"/>
              </a:spcBef>
              <a:buFont typeface="Calibri"/>
              <a:buChar char="–"/>
              <a:defRPr sz="1050"/>
            </a:lvl4pPr>
            <a:lvl5pPr marL="702000" indent="-108000">
              <a:lnSpc>
                <a:spcPts val="1620"/>
              </a:lnSpc>
              <a:spcBef>
                <a:spcPts val="0"/>
              </a:spcBef>
              <a:buFont typeface="Arial"/>
              <a:buChar char="•"/>
              <a:defRPr sz="1050"/>
            </a:lvl5pPr>
            <a:lvl6pPr marL="972000" indent="-171450">
              <a:spcBef>
                <a:spcPts val="0"/>
              </a:spcBef>
              <a:buFont typeface="Calibri"/>
              <a:buChar char="─"/>
              <a:defRPr sz="1350"/>
            </a:lvl6pPr>
            <a:lvl7pPr marL="1134000" indent="-162000">
              <a:spcBef>
                <a:spcPts val="0"/>
              </a:spcBef>
              <a:buFont typeface="Calibri"/>
              <a:buChar char="─"/>
              <a:defRPr sz="1350"/>
            </a:lvl7pPr>
            <a:lvl8pPr marL="1296000" indent="-162000">
              <a:spcBef>
                <a:spcPts val="0"/>
              </a:spcBef>
              <a:buFont typeface="Calibri"/>
              <a:buChar char="─"/>
              <a:defRPr sz="1350"/>
            </a:lvl8pPr>
            <a:lvl9pPr marL="1458000" indent="-162000">
              <a:spcBef>
                <a:spcPts val="0"/>
              </a:spcBef>
              <a:buFont typeface="Calibri"/>
              <a:buChar char="─"/>
              <a:defRPr sz="1350"/>
            </a:lvl9pPr>
          </a:lstStyle>
          <a:p>
            <a:pPr lvl="0">
              <a:buNone/>
            </a:pPr>
            <a:r>
              <a:t>Heading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idx="19"/>
          </p:nvPr>
        </p:nvSpPr>
        <p:spPr>
          <a:xfrm>
            <a:off x="504826" y="4884454"/>
            <a:ext cx="718767" cy="107975"/>
          </a:xfrm>
        </p:spPr>
        <p:txBody>
          <a:bodyPr/>
          <a:lstStyle/>
          <a:p>
            <a:endParaRPr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948068" y="4884454"/>
            <a:ext cx="3910151" cy="107975"/>
          </a:xfrm>
        </p:spPr>
        <p:txBody>
          <a:bodyPr/>
          <a:lstStyle/>
          <a:p>
            <a:endParaRPr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2120" y="4864360"/>
            <a:ext cx="199973" cy="150200"/>
          </a:xfrm>
        </p:spPr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47E5D4-1A61-434D-A9AB-9FE9142B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F568C8-1BD7-E7B3-38E2-5B7ED0EA4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8132765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49C77E-35AD-3CFF-778D-2778583A3DA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DC6205-A83D-C56E-95E7-87AD3BD94FD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98348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8B6A192-560C-26DF-0654-5406C61E06FE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3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40221-5DA6-10A4-CE38-F9D1C18EE09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 w="254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>
              <a:solidFill>
                <a:schemeClr val="bg1"/>
              </a:solidFill>
            </a:endParaRPr>
          </a:p>
        </p:txBody>
      </p:sp>
      <p:pic>
        <p:nvPicPr>
          <p:cNvPr id="20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DDA9136-D3F9-F711-4B85-494AA9FC0C73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5CE4425-35A1-314D-C48B-0DFD71FE9517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1025 w 4572000"/>
              <a:gd name="connsiteY0" fmla="*/ 4918488 h 5143500"/>
              <a:gd name="connsiteX1" fmla="*/ 4291032 w 4572000"/>
              <a:gd name="connsiteY1" fmla="*/ 4918496 h 5143500"/>
              <a:gd name="connsiteX2" fmla="*/ 4291025 w 4572000"/>
              <a:gd name="connsiteY2" fmla="*/ 4918507 h 5143500"/>
              <a:gd name="connsiteX3" fmla="*/ 4186160 w 4572000"/>
              <a:gd name="connsiteY3" fmla="*/ 4908488 h 5143500"/>
              <a:gd name="connsiteX4" fmla="*/ 4211425 w 4572000"/>
              <a:gd name="connsiteY4" fmla="*/ 4930911 h 5143500"/>
              <a:gd name="connsiteX5" fmla="*/ 4186160 w 4572000"/>
              <a:gd name="connsiteY5" fmla="*/ 4955720 h 5143500"/>
              <a:gd name="connsiteX6" fmla="*/ 4180437 w 4572000"/>
              <a:gd name="connsiteY6" fmla="*/ 4955720 h 5143500"/>
              <a:gd name="connsiteX7" fmla="*/ 4180437 w 4572000"/>
              <a:gd name="connsiteY7" fmla="*/ 4908607 h 5143500"/>
              <a:gd name="connsiteX8" fmla="*/ 4186160 w 4572000"/>
              <a:gd name="connsiteY8" fmla="*/ 4908488 h 5143500"/>
              <a:gd name="connsiteX9" fmla="*/ 3738569 w 4572000"/>
              <a:gd name="connsiteY9" fmla="*/ 4908488 h 5143500"/>
              <a:gd name="connsiteX10" fmla="*/ 3763835 w 4572000"/>
              <a:gd name="connsiteY10" fmla="*/ 4930911 h 5143500"/>
              <a:gd name="connsiteX11" fmla="*/ 3738569 w 4572000"/>
              <a:gd name="connsiteY11" fmla="*/ 4955720 h 5143500"/>
              <a:gd name="connsiteX12" fmla="*/ 3732847 w 4572000"/>
              <a:gd name="connsiteY12" fmla="*/ 4955720 h 5143500"/>
              <a:gd name="connsiteX13" fmla="*/ 3732847 w 4572000"/>
              <a:gd name="connsiteY13" fmla="*/ 4908607 h 5143500"/>
              <a:gd name="connsiteX14" fmla="*/ 3738569 w 4572000"/>
              <a:gd name="connsiteY14" fmla="*/ 4908488 h 5143500"/>
              <a:gd name="connsiteX15" fmla="*/ 4084630 w 4572000"/>
              <a:gd name="connsiteY15" fmla="*/ 4889411 h 5143500"/>
              <a:gd name="connsiteX16" fmla="*/ 4084630 w 4572000"/>
              <a:gd name="connsiteY16" fmla="*/ 5003417 h 5143500"/>
              <a:gd name="connsiteX17" fmla="*/ 4119430 w 4572000"/>
              <a:gd name="connsiteY17" fmla="*/ 5003417 h 5143500"/>
              <a:gd name="connsiteX18" fmla="*/ 4119430 w 4572000"/>
              <a:gd name="connsiteY18" fmla="*/ 4889411 h 5143500"/>
              <a:gd name="connsiteX19" fmla="*/ 4004070 w 4572000"/>
              <a:gd name="connsiteY19" fmla="*/ 4889411 h 5143500"/>
              <a:gd name="connsiteX20" fmla="*/ 4004070 w 4572000"/>
              <a:gd name="connsiteY20" fmla="*/ 5003417 h 5143500"/>
              <a:gd name="connsiteX21" fmla="*/ 4066988 w 4572000"/>
              <a:gd name="connsiteY21" fmla="*/ 5003417 h 5143500"/>
              <a:gd name="connsiteX22" fmla="*/ 4072235 w 4572000"/>
              <a:gd name="connsiteY22" fmla="*/ 4980519 h 5143500"/>
              <a:gd name="connsiteX23" fmla="*/ 4038870 w 4572000"/>
              <a:gd name="connsiteY23" fmla="*/ 4980519 h 5143500"/>
              <a:gd name="connsiteX24" fmla="*/ 4038870 w 4572000"/>
              <a:gd name="connsiteY24" fmla="*/ 4889411 h 5143500"/>
              <a:gd name="connsiteX25" fmla="*/ 3943538 w 4572000"/>
              <a:gd name="connsiteY25" fmla="*/ 4889411 h 5143500"/>
              <a:gd name="connsiteX26" fmla="*/ 3943538 w 4572000"/>
              <a:gd name="connsiteY26" fmla="*/ 5003417 h 5143500"/>
              <a:gd name="connsiteX27" fmla="*/ 3978338 w 4572000"/>
              <a:gd name="connsiteY27" fmla="*/ 5003417 h 5143500"/>
              <a:gd name="connsiteX28" fmla="*/ 3978338 w 4572000"/>
              <a:gd name="connsiteY28" fmla="*/ 4889411 h 5143500"/>
              <a:gd name="connsiteX29" fmla="*/ 3811972 w 4572000"/>
              <a:gd name="connsiteY29" fmla="*/ 4889411 h 5143500"/>
              <a:gd name="connsiteX30" fmla="*/ 3811972 w 4572000"/>
              <a:gd name="connsiteY30" fmla="*/ 5003417 h 5143500"/>
              <a:gd name="connsiteX31" fmla="*/ 3846771 w 4572000"/>
              <a:gd name="connsiteY31" fmla="*/ 5003417 h 5143500"/>
              <a:gd name="connsiteX32" fmla="*/ 3846771 w 4572000"/>
              <a:gd name="connsiteY32" fmla="*/ 4958581 h 5143500"/>
              <a:gd name="connsiteX33" fmla="*/ 3882997 w 4572000"/>
              <a:gd name="connsiteY33" fmla="*/ 4958581 h 5143500"/>
              <a:gd name="connsiteX34" fmla="*/ 3882997 w 4572000"/>
              <a:gd name="connsiteY34" fmla="*/ 5003417 h 5143500"/>
              <a:gd name="connsiteX35" fmla="*/ 3917797 w 4572000"/>
              <a:gd name="connsiteY35" fmla="*/ 5003417 h 5143500"/>
              <a:gd name="connsiteX36" fmla="*/ 3917797 w 4572000"/>
              <a:gd name="connsiteY36" fmla="*/ 4889411 h 5143500"/>
              <a:gd name="connsiteX37" fmla="*/ 3882997 w 4572000"/>
              <a:gd name="connsiteY37" fmla="*/ 4889411 h 5143500"/>
              <a:gd name="connsiteX38" fmla="*/ 3882997 w 4572000"/>
              <a:gd name="connsiteY38" fmla="*/ 4934732 h 5143500"/>
              <a:gd name="connsiteX39" fmla="*/ 3846771 w 4572000"/>
              <a:gd name="connsiteY39" fmla="*/ 4934732 h 5143500"/>
              <a:gd name="connsiteX40" fmla="*/ 3846771 w 4572000"/>
              <a:gd name="connsiteY40" fmla="*/ 4889411 h 5143500"/>
              <a:gd name="connsiteX41" fmla="*/ 4188061 w 4572000"/>
              <a:gd name="connsiteY41" fmla="*/ 4887025 h 5143500"/>
              <a:gd name="connsiteX42" fmla="*/ 4145637 w 4572000"/>
              <a:gd name="connsiteY42" fmla="*/ 4889411 h 5143500"/>
              <a:gd name="connsiteX43" fmla="*/ 4145637 w 4572000"/>
              <a:gd name="connsiteY43" fmla="*/ 5003417 h 5143500"/>
              <a:gd name="connsiteX44" fmla="*/ 4180437 w 4572000"/>
              <a:gd name="connsiteY44" fmla="*/ 5003417 h 5143500"/>
              <a:gd name="connsiteX45" fmla="*/ 4180437 w 4572000"/>
              <a:gd name="connsiteY45" fmla="*/ 4976223 h 5143500"/>
              <a:gd name="connsiteX46" fmla="*/ 4192833 w 4572000"/>
              <a:gd name="connsiteY46" fmla="*/ 4976223 h 5143500"/>
              <a:gd name="connsiteX47" fmla="*/ 4192833 w 4572000"/>
              <a:gd name="connsiteY47" fmla="*/ 4976232 h 5143500"/>
              <a:gd name="connsiteX48" fmla="*/ 4245741 w 4572000"/>
              <a:gd name="connsiteY48" fmla="*/ 4930436 h 5143500"/>
              <a:gd name="connsiteX49" fmla="*/ 4188061 w 4572000"/>
              <a:gd name="connsiteY49" fmla="*/ 4887025 h 5143500"/>
              <a:gd name="connsiteX50" fmla="*/ 3740480 w 4572000"/>
              <a:gd name="connsiteY50" fmla="*/ 4887025 h 5143500"/>
              <a:gd name="connsiteX51" fmla="*/ 3698056 w 4572000"/>
              <a:gd name="connsiteY51" fmla="*/ 4889411 h 5143500"/>
              <a:gd name="connsiteX52" fmla="*/ 3698056 w 4572000"/>
              <a:gd name="connsiteY52" fmla="*/ 5003417 h 5143500"/>
              <a:gd name="connsiteX53" fmla="*/ 3732856 w 4572000"/>
              <a:gd name="connsiteY53" fmla="*/ 5003417 h 5143500"/>
              <a:gd name="connsiteX54" fmla="*/ 3732856 w 4572000"/>
              <a:gd name="connsiteY54" fmla="*/ 4976223 h 5143500"/>
              <a:gd name="connsiteX55" fmla="*/ 3745251 w 4572000"/>
              <a:gd name="connsiteY55" fmla="*/ 4976223 h 5143500"/>
              <a:gd name="connsiteX56" fmla="*/ 3745242 w 4572000"/>
              <a:gd name="connsiteY56" fmla="*/ 4976232 h 5143500"/>
              <a:gd name="connsiteX57" fmla="*/ 3798150 w 4572000"/>
              <a:gd name="connsiteY57" fmla="*/ 4930436 h 5143500"/>
              <a:gd name="connsiteX58" fmla="*/ 3740480 w 4572000"/>
              <a:gd name="connsiteY58" fmla="*/ 4887025 h 5143500"/>
              <a:gd name="connsiteX59" fmla="*/ 4303412 w 4572000"/>
              <a:gd name="connsiteY59" fmla="*/ 4887016 h 5143500"/>
              <a:gd name="connsiteX60" fmla="*/ 4256226 w 4572000"/>
              <a:gd name="connsiteY60" fmla="*/ 4921359 h 5143500"/>
              <a:gd name="connsiteX61" fmla="*/ 4310569 w 4572000"/>
              <a:gd name="connsiteY61" fmla="*/ 4971927 h 5143500"/>
              <a:gd name="connsiteX62" fmla="*/ 4292461 w 4572000"/>
              <a:gd name="connsiteY62" fmla="*/ 4982896 h 5143500"/>
              <a:gd name="connsiteX63" fmla="*/ 4252898 w 4572000"/>
              <a:gd name="connsiteY63" fmla="*/ 4973828 h 5143500"/>
              <a:gd name="connsiteX64" fmla="*/ 4256710 w 4572000"/>
              <a:gd name="connsiteY64" fmla="*/ 5000063 h 5143500"/>
              <a:gd name="connsiteX65" fmla="*/ 4292936 w 4572000"/>
              <a:gd name="connsiteY65" fmla="*/ 5005785 h 5143500"/>
              <a:gd name="connsiteX66" fmla="*/ 4345844 w 4572000"/>
              <a:gd name="connsiteY66" fmla="*/ 4967621 h 5143500"/>
              <a:gd name="connsiteX67" fmla="*/ 4299591 w 4572000"/>
              <a:gd name="connsiteY67" fmla="*/ 4928446 h 5143500"/>
              <a:gd name="connsiteX68" fmla="*/ 4291032 w 4572000"/>
              <a:gd name="connsiteY68" fmla="*/ 4918496 h 5143500"/>
              <a:gd name="connsiteX69" fmla="*/ 4295375 w 4572000"/>
              <a:gd name="connsiteY69" fmla="*/ 4911649 h 5143500"/>
              <a:gd name="connsiteX70" fmla="*/ 4307233 w 4572000"/>
              <a:gd name="connsiteY70" fmla="*/ 4909439 h 5143500"/>
              <a:gd name="connsiteX71" fmla="*/ 4338211 w 4572000"/>
              <a:gd name="connsiteY71" fmla="*/ 4915161 h 5143500"/>
              <a:gd name="connsiteX72" fmla="*/ 4335350 w 4572000"/>
              <a:gd name="connsiteY72" fmla="*/ 4890352 h 5143500"/>
              <a:gd name="connsiteX73" fmla="*/ 4303412 w 4572000"/>
              <a:gd name="connsiteY73" fmla="*/ 4887016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lvl="0" indent="0" algn="ctr">
              <a:buNone/>
            </a:pPr>
            <a:r>
              <a:t>Click icon to insert photo 419 x 843 px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2D7C9E-6318-F070-BCE4-366530922D6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lrTx/>
              <a:buFont typeface="Arial"/>
              <a:buChar char="•"/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38994D7-FF6E-89BB-7971-44B59E54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3657281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mpd="sng">
            <a:solidFill>
              <a:srgbClr val="0089C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400" b="0" i="0" baseline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1" y="376238"/>
            <a:ext cx="75239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rgbClr val="00629F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91CE8-1286-8B44-89AD-06BCF1ECB084}"/>
              </a:ext>
            </a:extLst>
          </p:cNvPr>
          <p:cNvSpPr>
            <a:spLocks noGrp="1"/>
          </p:cNvSpPr>
          <p:nvPr>
            <p:ph type="dt" idx="16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04825" y="1211263"/>
            <a:ext cx="8135939" cy="34848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00000"/>
              </a:lnSpc>
              <a:buNone/>
              <a:defRPr sz="105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9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50" Type="http://schemas.openxmlformats.org/officeDocument/2006/relationships/slideLayout" Target="../slideLayouts/slideLayout83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image" Target="../media/image13.svg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>
            <a:spLocks noGrp="1"/>
          </p:cNvSpPr>
          <p:nvPr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60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Click to add 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  <a:p>
            <a:pPr lvl="5">
              <a:buNone/>
            </a:pPr>
            <a:r>
              <a:t>Sixth level</a:t>
            </a:r>
          </a:p>
          <a:p>
            <a:pPr lvl="6">
              <a:buNone/>
            </a:pPr>
            <a:r>
              <a:t>Seventh level</a:t>
            </a:r>
          </a:p>
          <a:p>
            <a:pPr lvl="7">
              <a:buNone/>
            </a:pPr>
            <a:r>
              <a:t>Eighth level</a:t>
            </a:r>
          </a:p>
          <a:p>
            <a:pPr lvl="8">
              <a:buNone/>
            </a:pPr>
            <a:r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Type your slide headline here</a:t>
            </a:r>
          </a:p>
        </p:txBody>
      </p:sp>
      <p:pic>
        <p:nvPicPr>
          <p:cNvPr id="13" name="Picture 8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hdr="0" dt="0"/>
  <p:txStyles>
    <p:titleStyle>
      <a:lvl1pPr algn="l" defTabSz="914354">
        <a:lnSpc>
          <a:spcPct val="100000"/>
        </a:lnSpc>
        <a:spcBef>
          <a:spcPct val="0"/>
        </a:spcBef>
        <a:spcAft>
          <a:spcPts val="600"/>
        </a:spcAft>
        <a:buNone/>
        <a:defRPr sz="2400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146304" indent="-146304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1pPr>
      <a:lvl2pPr marL="2952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2pPr>
      <a:lvl3pPr marL="4428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3pPr>
      <a:lvl4pPr marL="5904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b="0" i="0" kern="1200">
          <a:solidFill>
            <a:schemeClr val="tx1"/>
          </a:solidFill>
          <a:latin typeface="Calibri"/>
          <a:ea typeface="Calibri"/>
          <a:cs typeface="Calibri"/>
        </a:defRPr>
      </a:lvl4pPr>
      <a:lvl5pPr marL="738000" indent="-14760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5pPr>
      <a:lvl6pPr marL="8856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6pPr>
      <a:lvl7pPr marL="10332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7pPr>
      <a:lvl8pPr marL="11808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8pPr>
      <a:lvl9pPr marL="1328400" indent="-147600" algn="l" defTabSz="914354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17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354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53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709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5886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063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24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41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82121" y="4928616"/>
            <a:ext cx="199973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76239"/>
            <a:ext cx="8132765" cy="719137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96BED03-B79E-768B-FF09-7F2F6229ED22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 defTabSz="9142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  <p:sldLayoutId id="2147483713" r:id="rId31"/>
    <p:sldLayoutId id="2147483714" r:id="rId32"/>
    <p:sldLayoutId id="2147483715" r:id="rId33"/>
    <p:sldLayoutId id="2147483716" r:id="rId34"/>
    <p:sldLayoutId id="2147483717" r:id="rId35"/>
    <p:sldLayoutId id="2147483718" r:id="rId36"/>
    <p:sldLayoutId id="2147483719" r:id="rId37"/>
    <p:sldLayoutId id="2147483720" r:id="rId38"/>
    <p:sldLayoutId id="2147483721" r:id="rId39"/>
    <p:sldLayoutId id="2147483722" r:id="rId40"/>
    <p:sldLayoutId id="2147483723" r:id="rId41"/>
    <p:sldLayoutId id="2147483724" r:id="rId42"/>
    <p:sldLayoutId id="2147483725" r:id="rId43"/>
    <p:sldLayoutId id="2147483726" r:id="rId44"/>
    <p:sldLayoutId id="2147483727" r:id="rId45"/>
    <p:sldLayoutId id="2147483728" r:id="rId46"/>
    <p:sldLayoutId id="2147483729" r:id="rId47"/>
    <p:sldLayoutId id="2147483730" r:id="rId48"/>
    <p:sldLayoutId id="2147483731" r:id="rId49"/>
    <p:sldLayoutId id="2147483732" r:id="rId50"/>
    <p:sldLayoutId id="2147483733" r:id="rId51"/>
    <p:sldLayoutId id="2147483734" r:id="rId52"/>
    <p:sldLayoutId id="2147483735" r:id="rId53"/>
    <p:sldLayoutId id="2147483736" r:id="rId54"/>
  </p:sldLayoutIdLst>
  <p:hf hdr="0" dt="0"/>
  <p:txStyles>
    <p:titleStyle>
      <a:lvl1pPr algn="l" defTabSz="914354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182880" indent="-18288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Font typeface="Arial"/>
        <a:buChar char="•"/>
        <a:defRPr sz="14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marL="365760" indent="-18288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Font typeface="Arial"/>
        <a:buChar char="•"/>
        <a:defRPr sz="14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marL="548640" indent="-18288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Font typeface="Arial"/>
        <a:buChar char="•"/>
        <a:defRPr sz="1400" b="0" i="0" kern="1200">
          <a:solidFill>
            <a:schemeClr val="tx1"/>
          </a:solidFill>
          <a:latin typeface="+mn-lt"/>
          <a:ea typeface="+mn-lt"/>
          <a:cs typeface="+mn-lt"/>
        </a:defRPr>
      </a:lvl3pPr>
      <a:lvl4pPr marL="731520" indent="-18288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Font typeface="Arial"/>
        <a:buChar char="•"/>
        <a:defRPr sz="1400" b="0" i="0" kern="1200">
          <a:solidFill>
            <a:schemeClr val="tx1"/>
          </a:solidFill>
          <a:latin typeface="+mn-lt"/>
          <a:ea typeface="+mn-lt"/>
          <a:cs typeface="+mn-lt"/>
        </a:defRPr>
      </a:lvl4pPr>
      <a:lvl5pPr marL="914400" indent="-182880" algn="l" defTabSz="183600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474" indent="-228588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652" indent="-228588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8828" indent="-228588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006" indent="-228588" algn="l" defTabSz="914354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17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354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532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709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5886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063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240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418" algn="l" defTabSz="914354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A4A3A4"/>
          </p15:clr>
        </p15:guide>
        <p15:guide id="4" orient="horz" pos="178">
          <p15:clr>
            <a:srgbClr val="A4A3A4"/>
          </p15:clr>
        </p15:guide>
        <p15:guide id="7" orient="horz" pos="2958">
          <p15:clr>
            <a:srgbClr val="A4A3A4"/>
          </p15:clr>
        </p15:guide>
        <p15:guide id="15" orient="horz" pos="1620">
          <p15:clr>
            <a:srgbClr val="F26B43"/>
          </p15:clr>
        </p15:guide>
        <p15:guide id="16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58E03-BFBA-4E3D-D491-9C16951854B3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35592" y="5038404"/>
            <a:ext cx="199973" cy="91440"/>
          </a:xfrm>
        </p:spPr>
        <p:txBody>
          <a:bodyPr/>
          <a:lstStyle/>
          <a:p>
            <a:pPr marL="0" marR="0" lvl="0" indent="0" algn="l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D75FED6-38D0-DE9C-92C0-6E7FA635581C}" type="slidenum">
              <a:rPr sz="600" b="0" i="0" u="none" cap="none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fld>
            <a:endParaRPr sz="6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roposal Title">
            <a:extLst>
              <a:ext uri="{FF2B5EF4-FFF2-40B4-BE49-F238E27FC236}">
                <a16:creationId xmlns:a16="http://schemas.microsoft.com/office/drawing/2014/main" id="{DD1D29CD-F39D-6A5C-2957-599CBDE728A5}"/>
              </a:ext>
            </a:extLst>
          </p:cNvPr>
          <p:cNvSpPr>
            <a:spLocks noGrp="1"/>
          </p:cNvSpPr>
          <p:nvPr/>
        </p:nvSpPr>
        <p:spPr>
          <a:xfrm>
            <a:off x="180000" y="30000"/>
            <a:ext cx="88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dirty="0">
                <a:solidFill>
                  <a:schemeClr val="accent1"/>
                </a:solidFill>
              </a:rPr>
              <a:t>AI Use Case Intake &amp; Initial Prioritization Form (V 1.1)</a:t>
            </a:r>
            <a:r>
              <a:rPr lang="en-US" sz="1400" b="1" dirty="0">
                <a:solidFill>
                  <a:schemeClr val="accent1"/>
                </a:solidFill>
              </a:rPr>
              <a:t> – IGTS Sales Text Engine</a:t>
            </a:r>
            <a:endParaRPr sz="1400" b="1" dirty="0">
              <a:solidFill>
                <a:schemeClr val="accent1"/>
              </a:solidFill>
            </a:endParaRPr>
          </a:p>
        </p:txBody>
      </p:sp>
      <p:sp>
        <p:nvSpPr>
          <p:cNvPr id="41" name="Proposal Subtitle">
            <a:extLst>
              <a:ext uri="{FF2B5EF4-FFF2-40B4-BE49-F238E27FC236}">
                <a16:creationId xmlns:a16="http://schemas.microsoft.com/office/drawing/2014/main" id="{ECF0D46C-6FE6-1D6F-2ACD-2645D9366A34}"/>
              </a:ext>
            </a:extLst>
          </p:cNvPr>
          <p:cNvSpPr>
            <a:spLocks noGrp="1"/>
          </p:cNvSpPr>
          <p:nvPr/>
        </p:nvSpPr>
        <p:spPr>
          <a:xfrm>
            <a:off x="180000" y="300000"/>
            <a:ext cx="8850000" cy="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800" i="1">
                <a:solidFill>
                  <a:srgbClr val="595959"/>
                </a:solidFill>
              </a:rPr>
              <a:t>Purpose: Capture the minimum information required to assess AI Use Case  business value, reuse potential, feasibility, effort and the appropriate next step.</a:t>
            </a:r>
          </a:p>
        </p:txBody>
      </p:sp>
      <p:graphicFrame>
        <p:nvGraphicFramePr>
          <p:cNvPr id="54" name="Use Case Identification"/>
          <p:cNvGraphicFramePr/>
          <p:nvPr>
            <p:extLst>
              <p:ext uri="{D42A27DB-BD31-4B8C-83A1-F6EECF244321}">
                <p14:modId xmlns:p14="http://schemas.microsoft.com/office/powerpoint/2010/main" val="1002626208"/>
              </p:ext>
            </p:extLst>
          </p:nvPr>
        </p:nvGraphicFramePr>
        <p:xfrm>
          <a:off x="189217" y="542510"/>
          <a:ext cx="4382783" cy="1280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Use case name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IGT Systems Sales Text Engine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Business Unit / Pillar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chemeClr val="tx1"/>
                          </a:solidFill>
                        </a:rPr>
                        <a:t>Image Guided Therapy Systems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/ Marketing</a:t>
                      </a:r>
                      <a:endParaRPr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479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Marketing Operations</a:t>
                      </a:r>
                      <a:r>
                        <a:rPr sz="800" b="0" dirty="0">
                          <a:solidFill>
                            <a:schemeClr val="tx1"/>
                          </a:solidFill>
                        </a:rPr>
                        <a:t>; Product Management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Business Owner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chemeClr val="tx1"/>
                          </a:solidFill>
                        </a:rPr>
                        <a:t>Pratima Chaudhuri,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</a:rPr>
                        <a:t>Simon Fricke</a:t>
                      </a:r>
                      <a:endParaRPr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Use Case Owner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chemeClr val="tx1"/>
                          </a:solidFill>
                        </a:rPr>
                        <a:t>Pratima Chaudhuri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18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chemeClr val="bg1"/>
                          </a:solidFill>
                        </a:rPr>
                        <a:t>Submission date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 dirty="0">
                          <a:solidFill>
                            <a:schemeClr val="tx1"/>
                          </a:solidFill>
                        </a:rPr>
                        <a:t>6 August 2026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5" name="Impact and Business Value"/>
          <p:cNvGraphicFramePr/>
          <p:nvPr>
            <p:extLst>
              <p:ext uri="{D42A27DB-BD31-4B8C-83A1-F6EECF244321}">
                <p14:modId xmlns:p14="http://schemas.microsoft.com/office/powerpoint/2010/main" val="2486819411"/>
              </p:ext>
            </p:extLst>
          </p:nvPr>
        </p:nvGraphicFramePr>
        <p:xfrm>
          <a:off x="189217" y="4161197"/>
          <a:ext cx="4382783" cy="8763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8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098">
                <a:tc>
                  <a:txBody>
                    <a:bodyPr/>
                    <a:lstStyle/>
                    <a:p>
                      <a:r>
                        <a:rPr sz="800" b="1"/>
                        <a:t>3. Business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16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Primary value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☒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Customer Value  ☒ Productivity savings  ☒ Quality/risk reduction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Cost avoidance</a:t>
                      </a:r>
                    </a:p>
                    <a:p>
                      <a:pPr marL="0" algn="l">
                        <a:buNone/>
                      </a:pP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 Revenue growth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Innovation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Strategic importance</a:t>
                      </a:r>
                    </a:p>
                    <a:p>
                      <a:pPr marL="0" algn="l">
                        <a:buNone/>
                      </a:pPr>
                      <a:endParaRPr sz="750" b="0" kern="120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Baseline and target</a:t>
                      </a: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outcome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Current work relies on manual multi-system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navigation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. Establish the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Proof of Concept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then confirm targets for retrieval time, draft turnaround, reuse and rework before scale-up.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Data Technology and Feasibility"/>
          <p:cNvGraphicFramePr/>
          <p:nvPr>
            <p:extLst>
              <p:ext uri="{D42A27DB-BD31-4B8C-83A1-F6EECF244321}">
                <p14:modId xmlns:p14="http://schemas.microsoft.com/office/powerpoint/2010/main" val="4130553786"/>
              </p:ext>
            </p:extLst>
          </p:nvPr>
        </p:nvGraphicFramePr>
        <p:xfrm>
          <a:off x="4654444" y="1502553"/>
          <a:ext cx="4375556" cy="78812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75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6231">
                <a:tc>
                  <a:txBody>
                    <a:bodyPr/>
                    <a:lstStyle/>
                    <a:p>
                      <a:r>
                        <a:rPr sz="800" b="1" dirty="0"/>
                        <a:t>5. Data, Technology &amp; Readiness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1">
                <a:tc>
                  <a:txBody>
                    <a:bodyPr/>
                    <a:lstStyle/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Data accessible and usable?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☒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Yes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Partly  ☐ No / Unknown</a:t>
                      </a:r>
                    </a:p>
                    <a:p>
                      <a:pPr marL="0" algn="l">
                        <a:buNone/>
                      </a:pP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Integrations required: ☐ None  ☐ One simple  ☒ Multiple / complex — Windchill, PPL,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Q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uoting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Platforms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>
                        <a:spcAft>
                          <a:spcPts val="100"/>
                        </a:spcAft>
                        <a:buNone/>
                      </a:pP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New capability/tool required: ☒ Yes  ☐ No  ☐ Unknown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>
                        <a:spcAft>
                          <a:spcPts val="100"/>
                        </a:spcAft>
                        <a:buNone/>
                      </a:pP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Additional privacy, security, regulatory or validation review?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Yes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☒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No  ☐ Unknown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Problem Statement"/>
          <p:cNvGraphicFramePr/>
          <p:nvPr>
            <p:extLst>
              <p:ext uri="{D42A27DB-BD31-4B8C-83A1-F6EECF244321}">
                <p14:modId xmlns:p14="http://schemas.microsoft.com/office/powerpoint/2010/main" val="3457968471"/>
              </p:ext>
            </p:extLst>
          </p:nvPr>
        </p:nvGraphicFramePr>
        <p:xfrm>
          <a:off x="180000" y="1865122"/>
          <a:ext cx="4382783" cy="11303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8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489">
                <a:tc>
                  <a:txBody>
                    <a:bodyPr/>
                    <a:lstStyle/>
                    <a:p>
                      <a:r>
                        <a:rPr sz="800" b="0"/>
                        <a:t>1. Workflow &amp; Problem Statement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628">
                <a:tc>
                  <a:txBody>
                    <a:bodyPr/>
                    <a:lstStyle/>
                    <a:p>
                      <a:pPr marL="0" algn="l">
                        <a:spcAft>
                          <a:spcPts val="100"/>
                        </a:spcAft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Workflow/process</a:t>
                      </a: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impacted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Catalog sales text as part of NPI into catalog; search &amp; discovery, validation, reuse and drafting for catalogue items.</a:t>
                      </a:r>
                    </a:p>
                    <a:p>
                      <a:pPr marL="0" algn="l">
                        <a:spcAft>
                          <a:spcPts val="100"/>
                        </a:spcAft>
                        <a:buNone/>
                      </a:pPr>
                      <a:r>
                        <a:rPr sz="750" b="1" dirty="0"/>
                        <a:t>Problem</a:t>
                      </a:r>
                      <a:r>
                        <a:rPr lang="en-US" sz="750" b="1" dirty="0"/>
                        <a:t> Statement</a:t>
                      </a:r>
                      <a:r>
                        <a:rPr sz="750" b="0" dirty="0"/>
                        <a:t>: </a:t>
                      </a:r>
                      <a:r>
                        <a:rPr lang="en-US" sz="750" b="0" dirty="0"/>
                        <a:t>Current Sales Text writing is a manual exercise involving different sources, lacking standardization; additionally the current data discovery is time -taking, and lacks easy access/</a:t>
                      </a:r>
                      <a:endParaRPr sz="750" b="0" dirty="0"/>
                    </a:p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Why now</a:t>
                      </a: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/ Strategic Fit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Catalog complexity is increasing improvements and NextGen launch; the business needs an automated and consistent way to protect sales text quality, reduce rework and support portfolio simplification, and a true representation of what reaches the customer.</a:t>
                      </a:r>
                      <a:endParaRPr sz="800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Opportunity"/>
          <p:cNvGraphicFramePr/>
          <p:nvPr>
            <p:extLst>
              <p:ext uri="{D42A27DB-BD31-4B8C-83A1-F6EECF244321}">
                <p14:modId xmlns:p14="http://schemas.microsoft.com/office/powerpoint/2010/main" val="100480194"/>
              </p:ext>
            </p:extLst>
          </p:nvPr>
        </p:nvGraphicFramePr>
        <p:xfrm>
          <a:off x="179999" y="3037875"/>
          <a:ext cx="4382783" cy="11255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8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188">
                <a:tc>
                  <a:txBody>
                    <a:bodyPr/>
                    <a:lstStyle/>
                    <a:p>
                      <a:r>
                        <a:rPr sz="800" b="1"/>
                        <a:t>2. Intended Outcome &amp; Proposed AI Solution</a:t>
                      </a:r>
                      <a:endParaRPr sz="800" b="1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228">
                <a:tc>
                  <a:txBody>
                    <a:bodyPr/>
                    <a:lstStyle/>
                    <a:p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Expected 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Outcome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Reduce search and draft cycle time; increase reuse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.</a:t>
                      </a:r>
                    </a:p>
                    <a:p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Proposed AI </a:t>
                      </a: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Solution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Insourced browser tool that searches short/long text and creates editable guided drafts from keywords and approved facts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using in-house data in multiple source systems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; human approval remains mandatory.</a:t>
                      </a:r>
                    </a:p>
                    <a:p>
                      <a:pPr marL="0" algn="l" defTabSz="914354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Users</a:t>
                      </a: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/ Stakeholders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Product Management,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Portfolio Management; 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Sales Operations and 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Market Users.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First release: </a:t>
                      </a:r>
                      <a:r>
                        <a:rPr lang="en-US" sz="750" b="0" i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 scope - search, filtering, item detail view, draft generation guidance, copy-ready text. </a:t>
                      </a:r>
                    </a:p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50" b="0" i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Out of scope - autonomous approval, unverified product claims and direct publication to source systems.</a:t>
                      </a:r>
                      <a:endParaRPr sz="750" b="0" i="1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Impact and Business Value"/>
          <p:cNvGraphicFramePr/>
          <p:nvPr>
            <p:extLst>
              <p:ext uri="{D42A27DB-BD31-4B8C-83A1-F6EECF244321}">
                <p14:modId xmlns:p14="http://schemas.microsoft.com/office/powerpoint/2010/main" val="826885085"/>
              </p:ext>
            </p:extLst>
          </p:nvPr>
        </p:nvGraphicFramePr>
        <p:xfrm>
          <a:off x="4647217" y="538302"/>
          <a:ext cx="4382783" cy="9067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82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b="1"/>
                        <a:t>4. </a:t>
                      </a:r>
                      <a:r>
                        <a:rPr sz="800"/>
                        <a:t>Reuse check with IT / AI Portfolio</a:t>
                      </a:r>
                      <a:r>
                        <a:rPr sz="800" b="1"/>
                        <a:t> &amp;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US" sz="800" b="1" dirty="0"/>
                        <a:t>Existing solution/capability check in Innovation &amp; AI Atlas, AI Asset Inventory, and IT portfolio</a:t>
                      </a:r>
                      <a:r>
                        <a:rPr sz="800" b="0" dirty="0"/>
                        <a:t>: </a:t>
                      </a:r>
                      <a:endParaRPr lang="en-US" sz="800" b="0" dirty="0"/>
                    </a:p>
                    <a:p>
                      <a:pPr marL="0" algn="l">
                        <a:buNone/>
                      </a:pPr>
                      <a:r>
                        <a:rPr sz="800" b="0" dirty="0"/>
                        <a:t>☒ Partial overlap — local IGT prototype exists; </a:t>
                      </a:r>
                      <a:r>
                        <a:rPr lang="en-US" sz="800" b="0" dirty="0"/>
                        <a:t>The current app provides a reusable front-end workflow and local guided draft logic.</a:t>
                      </a:r>
                    </a:p>
                    <a:p>
                      <a:pPr marL="0" algn="l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Potential scale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☐ Local  ☒ Multiple functions  ☐ Enterprise</a:t>
                      </a:r>
                      <a:endParaRPr lang="en-US"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+mn-lt"/>
                        </a:rPr>
                        <a:t>Scalability rationale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Implementation Effort and Time"/>
          <p:cNvGraphicFramePr/>
          <p:nvPr>
            <p:extLst>
              <p:ext uri="{D42A27DB-BD31-4B8C-83A1-F6EECF244321}">
                <p14:modId xmlns:p14="http://schemas.microsoft.com/office/powerpoint/2010/main" val="2086626881"/>
              </p:ext>
            </p:extLst>
          </p:nvPr>
        </p:nvGraphicFramePr>
        <p:xfrm>
          <a:off x="4654444" y="2348145"/>
          <a:ext cx="4375556" cy="10134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75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112">
                <a:tc>
                  <a:txBody>
                    <a:bodyPr/>
                    <a:lstStyle/>
                    <a:p>
                      <a:r>
                        <a:rPr sz="800" b="1"/>
                        <a:t>6. Implementation Effort &amp; Time to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1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sz="800" b="1" dirty="0"/>
                        <a:t>Delivery support</a:t>
                      </a:r>
                      <a:r>
                        <a:rPr sz="800" b="0" dirty="0"/>
                        <a:t>: ☒ Internal specialist support  ☒ Cross-functional team — </a:t>
                      </a:r>
                      <a:r>
                        <a:rPr lang="en-US" sz="800" b="0" dirty="0"/>
                        <a:t>Product Management,</a:t>
                      </a:r>
                      <a:r>
                        <a:rPr sz="800" b="0" dirty="0"/>
                        <a:t> </a:t>
                      </a:r>
                      <a:r>
                        <a:rPr lang="en-US" sz="800" b="0" dirty="0"/>
                        <a:t>Marketing Ops</a:t>
                      </a:r>
                      <a:r>
                        <a:rPr sz="800" b="0" dirty="0"/>
                        <a:t>, source-system owners, IT hosting/security; no external vendor planned.</a:t>
                      </a:r>
                    </a:p>
                    <a:p>
                      <a:pPr marL="0" algn="l">
                        <a:buNone/>
                      </a:pPr>
                      <a:r>
                        <a:rPr sz="800" b="1" dirty="0"/>
                        <a:t>Process documented</a:t>
                      </a:r>
                      <a:r>
                        <a:rPr sz="800" b="0" dirty="0"/>
                        <a:t>? ☐ Yes  ☒ Partly  ☐ No</a:t>
                      </a:r>
                    </a:p>
                    <a:p>
                      <a:pPr marL="0" algn="l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Earliest usable result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≤3 months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☒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3–6 months  ☐ &gt;6 months  ☐ Unknown</a:t>
                      </a:r>
                    </a:p>
                    <a:p>
                      <a:pPr marL="0" algn="l"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Initial effort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☐ Low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☐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Medium  </a:t>
                      </a:r>
                      <a:r>
                        <a:rPr lang="en-NL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☒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High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1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Estimate confidence</a:t>
                      </a:r>
                      <a:r>
                        <a:rPr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: ☐ High  ☒ Medium  ☐ Low</a:t>
                      </a:r>
                      <a:r>
                        <a:rPr lang="en-US" sz="750" b="0" dirty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 with assumptions pending on data access &amp;  integration</a:t>
                      </a:r>
                      <a:endParaRPr sz="750" b="0" dirty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Initial Prioritization Recommendation"/>
          <p:cNvGraphicFramePr/>
          <p:nvPr>
            <p:extLst>
              <p:ext uri="{D42A27DB-BD31-4B8C-83A1-F6EECF244321}">
                <p14:modId xmlns:p14="http://schemas.microsoft.com/office/powerpoint/2010/main" val="3203563439"/>
              </p:ext>
            </p:extLst>
          </p:nvPr>
        </p:nvGraphicFramePr>
        <p:xfrm>
          <a:off x="4654444" y="3419076"/>
          <a:ext cx="4375556" cy="1493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75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650">
                <a:tc>
                  <a:txBody>
                    <a:bodyPr/>
                    <a:lstStyle/>
                    <a:p>
                      <a:pPr marL="0" marR="0" lvl="0" indent="0" algn="l" defTabSz="91435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 dirty="0"/>
                        <a:t>7. Initial Prioritization Recommendation </a:t>
                      </a:r>
                      <a:r>
                        <a:rPr sz="800" b="0" i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sz="700" b="0" i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Completed by AI Champion Lead with the case owner</a:t>
                      </a:r>
                      <a:r>
                        <a:rPr sz="800" b="0" i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700" b="0" i="1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32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sz="750" b="1" dirty="0"/>
                    </a:p>
                    <a:p>
                      <a:pPr marL="0" algn="l">
                        <a:buNone/>
                      </a:pPr>
                      <a:endParaRPr lang="en-US" sz="900" dirty="0"/>
                    </a:p>
                    <a:p>
                      <a:pPr marL="0" algn="l">
                        <a:buNone/>
                      </a:pPr>
                      <a:r>
                        <a:rPr lang="en-US" sz="600" b="0" dirty="0">
                          <a:solidFill>
                            <a:srgbClr val="000000"/>
                          </a:solidFill>
                          <a:latin typeface="+mn-lt"/>
                        </a:rPr>
                        <a:t>Impact score: 3 / 4 – High. Clear productivity, quality/risk and marketing content value; exact financial baseline still to be validated.</a:t>
                      </a:r>
                      <a:endParaRPr lang="en-US" sz="800" b="1" dirty="0"/>
                    </a:p>
                    <a:p>
                      <a:r>
                        <a:rPr lang="en-US" sz="600" b="0" dirty="0">
                          <a:solidFill>
                            <a:srgbClr val="000000"/>
                          </a:solidFill>
                          <a:latin typeface="+mn-lt"/>
                        </a:rPr>
                        <a:t>Effort score: 2 / 4 – High effort. Data is available but spread PPL, Windchill Quoting Platforms; integration </a:t>
                      </a:r>
                      <a:r>
                        <a:rPr lang="en-US" sz="600" b="0">
                          <a:solidFill>
                            <a:srgbClr val="000000"/>
                          </a:solidFill>
                          <a:latin typeface="+mn-lt"/>
                        </a:rPr>
                        <a:t>is critical.</a:t>
                      </a:r>
                      <a:endParaRPr lang="en-US" sz="6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r>
                        <a:rPr lang="en-US" sz="600" b="0" dirty="0">
                          <a:solidFill>
                            <a:srgbClr val="000000"/>
                          </a:solidFill>
                          <a:latin typeface="+mn-lt"/>
                        </a:rPr>
                        <a:t>Recommendation: ☑ Strategic Investment (High Impact + High Effort). High-impact use case with high effort — bringing multiple systems together to enable Marketing decisions.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Table 1"/>
          <p:cNvGraphicFramePr/>
          <p:nvPr>
            <p:extLst>
              <p:ext uri="{D42A27DB-BD31-4B8C-83A1-F6EECF244321}">
                <p14:modId xmlns:p14="http://schemas.microsoft.com/office/powerpoint/2010/main" val="1964552309"/>
              </p:ext>
            </p:extLst>
          </p:nvPr>
        </p:nvGraphicFramePr>
        <p:xfrm>
          <a:off x="4719585" y="3681848"/>
          <a:ext cx="4118416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650" b="1" dirty="0"/>
                        <a:t>Impact (1–4): 3</a:t>
                      </a:r>
                      <a:endParaRPr sz="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50" b="1" dirty="0"/>
                        <a:t>Effort (1–4): 2</a:t>
                      </a:r>
                      <a:endParaRPr sz="6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650"/>
                        <a:t>Impact (customer, productivity, quality):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50"/>
                        <a:t>Data, technology &amp; process readiness: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650"/>
                        <a:t>Strategic alignment: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50"/>
                        <a:t>Delivery / complexity: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650"/>
                        <a:t>Scalability / repeatability: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50" dirty="0"/>
                        <a:t>Risk &amp; governance effort: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20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7DA0F-2913-0EB2-966B-FBB45D757AB2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35592" y="4761317"/>
            <a:ext cx="199973" cy="91440"/>
          </a:xfrm>
        </p:spPr>
        <p:txBody>
          <a:bodyPr/>
          <a:lstStyle/>
          <a:p>
            <a:pPr marL="0" marR="0" lvl="0" indent="0" algn="l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600" b="0" i="0" u="none" cap="none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fld>
            <a:endParaRPr sz="6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roposal Title">
            <a:extLst>
              <a:ext uri="{FF2B5EF4-FFF2-40B4-BE49-F238E27FC236}">
                <a16:creationId xmlns:a16="http://schemas.microsoft.com/office/drawing/2014/main" id="{EC3A3E0F-03E9-1D3B-AC02-34222FBC88BB}"/>
              </a:ext>
            </a:extLst>
          </p:cNvPr>
          <p:cNvSpPr>
            <a:spLocks noGrp="1"/>
          </p:cNvSpPr>
          <p:nvPr/>
        </p:nvSpPr>
        <p:spPr>
          <a:xfrm>
            <a:off x="235578" y="30000"/>
            <a:ext cx="8794422" cy="2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>
                <a:solidFill>
                  <a:schemeClr val="accent1"/>
                </a:solidFill>
              </a:rPr>
              <a:t>AI Use Case Intake &amp; Initial Prioritization Form (V 1.1)</a:t>
            </a:r>
          </a:p>
        </p:txBody>
      </p:sp>
      <p:sp>
        <p:nvSpPr>
          <p:cNvPr id="41" name="Proposal Subtitle">
            <a:extLst>
              <a:ext uri="{FF2B5EF4-FFF2-40B4-BE49-F238E27FC236}">
                <a16:creationId xmlns:a16="http://schemas.microsoft.com/office/drawing/2014/main" id="{FCEEFDED-4579-1089-A6D3-65A8241E8818}"/>
              </a:ext>
            </a:extLst>
          </p:cNvPr>
          <p:cNvSpPr>
            <a:spLocks noGrp="1"/>
          </p:cNvSpPr>
          <p:nvPr/>
        </p:nvSpPr>
        <p:spPr>
          <a:xfrm>
            <a:off x="279400" y="383755"/>
            <a:ext cx="8750600" cy="103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800" i="1">
                <a:solidFill>
                  <a:srgbClr val="595959"/>
                </a:solidFill>
              </a:rPr>
              <a:t>Impact rating</a:t>
            </a:r>
          </a:p>
        </p:txBody>
      </p:sp>
      <p:graphicFrame>
        <p:nvGraphicFramePr>
          <p:cNvPr id="48" name="Initial Prioritization Recommendation"/>
          <p:cNvGraphicFramePr/>
          <p:nvPr/>
        </p:nvGraphicFramePr>
        <p:xfrm>
          <a:off x="235578" y="4091711"/>
          <a:ext cx="8472872" cy="548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47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047">
                <a:tc>
                  <a:txBody>
                    <a:bodyPr/>
                    <a:lstStyle/>
                    <a:p>
                      <a:pPr marL="0" indent="0" algn="l" defTabSz="914354">
                        <a:lnSpc>
                          <a:spcPct val="100000"/>
                        </a:lnSpc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Notes: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00"/>
                        <a:t>1. Scoring principle: 1 = least favorable and 4 = most favorable. For effort, a higher score means lower implementation effort and greater readiness</a:t>
                      </a:r>
                    </a:p>
                    <a:p>
                      <a:pPr marL="0" algn="l">
                        <a:buNone/>
                      </a:pPr>
                      <a:r>
                        <a:rPr sz="8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2. Ownership: </a:t>
                      </a:r>
                      <a:r>
                        <a:rPr sz="800" b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The AI Champion Lead confirms the assessment and recommends the next step; the relevant business or portfolio decision owner confirms approval.</a:t>
                      </a:r>
                      <a:endParaRPr sz="800" b="0" i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/>
          <p:nvPr/>
        </p:nvGraphicFramePr>
        <p:xfrm>
          <a:off x="235578" y="547382"/>
          <a:ext cx="8472872" cy="1529427"/>
        </p:xfrm>
        <a:graphic>
          <a:graphicData uri="http://schemas.openxmlformats.org/drawingml/2006/table">
            <a:tbl>
              <a:tblPr/>
              <a:tblGrid>
                <a:gridCol w="2118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800">
                <a:tc>
                  <a:txBody>
                    <a:bodyPr/>
                    <a:lstStyle/>
                    <a:p>
                      <a:pPr marL="0" algn="l" defTabSz="914354"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Score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54"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Business Impact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54"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Strategic Alignment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54"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Scalability / Repeatability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1 — Low</a:t>
                      </a:r>
                      <a:endParaRPr sz="800"/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Benefit is unclear, mainly qualitative, or affects very few users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Limited connection to current priorities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One-off or highly local solution with little reuse potential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2 — Moderate</a:t>
                      </a:r>
                      <a:endParaRPr sz="800"/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Some measurable benefit, but limited in size or scope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Supports a local or functional objective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Could be reused in similar teams with adaptation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3 — High</a:t>
                      </a:r>
                      <a:endParaRPr sz="800"/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Clear, measurable impact on productivity, quality, customer value, cost, or revenue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Strong alignment with business or functional priorities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Relevant across several teams, functions, or markets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4 — Very high</a:t>
                      </a:r>
                      <a:endParaRPr sz="800"/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Significant and validated business impact, with clear KPIs and material value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Directly supports a critical strategic priority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Strong enterprise-wide reuse or scaling potential</a:t>
                      </a:r>
                    </a:p>
                  </a:txBody>
                  <a:tcPr marL="53609" marR="53609" marT="26804" marB="26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Table 4"/>
          <p:cNvGraphicFramePr/>
          <p:nvPr/>
        </p:nvGraphicFramePr>
        <p:xfrm>
          <a:off x="235578" y="2502457"/>
          <a:ext cx="8472872" cy="1342670"/>
        </p:xfrm>
        <a:graphic>
          <a:graphicData uri="http://schemas.openxmlformats.org/drawingml/2006/table">
            <a:tbl>
              <a:tblPr/>
              <a:tblGrid>
                <a:gridCol w="2118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</a:rPr>
                        <a:t>Data, Technology &amp; Process Readiness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</a:rPr>
                        <a:t>Delivery / Complexity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>
                          <a:solidFill>
                            <a:schemeClr val="bg1"/>
                          </a:solidFill>
                        </a:rPr>
                        <a:t>Risk &amp; Governance Effort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1 — Very high effort</a:t>
                      </a:r>
                      <a:endParaRPr sz="800"/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Major data gaps, unclear process, or new technology required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Complex build, several integrations, external support, or long timeline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Significant unresolved privacy, security, regulatory, or validation requirements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2 — High effort</a:t>
                      </a:r>
                      <a:endParaRPr sz="800"/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Important gaps remain and substantial preparation is required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Multiple dependencies and significant cross-functional support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Material risks identified; extensive controls and reviews required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3 — Moderate effort</a:t>
                      </a:r>
                      <a:endParaRPr sz="800"/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Most elements are ready; some validation or preparation remains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Manageable delivery with limited integrations or specialist support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Risks are understood and controls can be implemented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 b="1"/>
                        <a:t>4 — Low effort</a:t>
                      </a:r>
                      <a:endParaRPr sz="800"/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Data, process, ownership, and technology are ready or reusable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Simple implementation, limited dependencies, and short time to value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"/>
                        <a:t>Low or well-controlled risk; standard governance process applies</a:t>
                      </a:r>
                    </a:p>
                  </a:txBody>
                  <a:tcPr marL="49078" marR="49078" marT="24539" marB="24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roposal Subtitle">
            <a:extLst>
              <a:ext uri="{FF2B5EF4-FFF2-40B4-BE49-F238E27FC236}">
                <a16:creationId xmlns:a16="http://schemas.microsoft.com/office/drawing/2014/main" id="{3CEDCFDF-48BE-9CFD-21B7-B6463836AF29}"/>
              </a:ext>
            </a:extLst>
          </p:cNvPr>
          <p:cNvSpPr>
            <a:spLocks noGrp="1"/>
          </p:cNvSpPr>
          <p:nvPr/>
        </p:nvSpPr>
        <p:spPr>
          <a:xfrm>
            <a:off x="235578" y="2200718"/>
            <a:ext cx="8750600" cy="103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800" i="1">
                <a:solidFill>
                  <a:srgbClr val="595959"/>
                </a:solidFill>
              </a:rPr>
              <a:t>Effort rating</a:t>
            </a:r>
          </a:p>
          <a:p>
            <a:r>
              <a:rPr sz="800" i="1">
                <a:solidFill>
                  <a:srgbClr val="595959"/>
                </a:solidFill>
              </a:rPr>
              <a:t>To keep scoring intuitive, use 4 as the most favorable score, meaning lower effort and higher readiness.</a:t>
            </a:r>
          </a:p>
        </p:txBody>
      </p:sp>
    </p:spTree>
    <p:extLst>
      <p:ext uri="{BB962C8B-B14F-4D97-AF65-F5344CB8AC3E}">
        <p14:creationId xmlns:p14="http://schemas.microsoft.com/office/powerpoint/2010/main" val="2949457049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Master Only">
  <a:themeElements>
    <a:clrScheme name="Custom 3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0619F"/>
      </a:hlink>
      <a:folHlink>
        <a:srgbClr val="00629F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Custom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Microsoft Office PowerPoint</Application>
  <DocSecurity>0</DocSecurity>
  <PresentationFormat>On-screen Show (16:9)</PresentationFormat>
  <Paragraphs>124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Slide Master Only: November 2024</vt:lpstr>
      <vt:lpstr>Slide Master Only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Chaudhuri, Pratima</cp:lastModifiedBy>
  <cp:revision>1</cp:revision>
  <dcterms:created xsi:type="dcterms:W3CDTF">2026-08-06T14:31:52Z</dcterms:created>
  <dcterms:modified xsi:type="dcterms:W3CDTF">2026-08-12T09:20:36Z</dcterms:modified>
</cp:coreProperties>
</file>